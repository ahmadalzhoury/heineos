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8" r:id="rId23"/>
    <p:sldId id="276" r:id="rId24"/>
    <p:sldId id="277" r:id="rId25"/>
  </p:sldIdLst>
  <p:sldSz cx="9144000" cy="514985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F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53" d="100"/>
          <a:sy n="153" d="100"/>
        </p:scale>
        <p:origin x="8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</a:p>
        </p:txBody>
      </p:sp>
      <p:sp>
        <p:nvSpPr>
          <p:cNvPr id="13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</a:p>
        </p:txBody>
      </p:sp>
      <p:sp>
        <p:nvSpPr>
          <p:cNvPr id="13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</a:p>
        </p:txBody>
      </p:sp>
      <p:sp>
        <p:nvSpPr>
          <p:cNvPr id="1317" name="PlaceHolder 4"/>
          <p:cNvSpPr>
            <a:spLocks noGrp="1"/>
          </p:cNvSpPr>
          <p:nvPr>
            <p:ph type="dt" idx="5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</a:p>
        </p:txBody>
      </p:sp>
      <p:sp>
        <p:nvSpPr>
          <p:cNvPr id="1318" name="PlaceHolder 5"/>
          <p:cNvSpPr>
            <a:spLocks noGrp="1"/>
          </p:cNvSpPr>
          <p:nvPr>
            <p:ph type="ftr" idx="5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319" name="PlaceHolder 6"/>
          <p:cNvSpPr>
            <a:spLocks noGrp="1"/>
          </p:cNvSpPr>
          <p:nvPr>
            <p:ph type="sldNum" idx="5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8A73058-D3F3-4981-BC4C-8DE7BD2B591A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75287" cy="3084513"/>
          </a:xfrm>
          <a:prstGeom prst="rect">
            <a:avLst/>
          </a:prstGeom>
          <a:ln w="0">
            <a:noFill/>
          </a:ln>
        </p:spPr>
      </p:sp>
      <p:sp>
        <p:nvSpPr>
          <p:cNvPr id="14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2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4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0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75287" cy="3084513"/>
          </a:xfrm>
          <a:prstGeom prst="rect">
            <a:avLst/>
          </a:prstGeom>
          <a:ln w="0">
            <a:noFill/>
          </a:ln>
        </p:spPr>
      </p:sp>
      <p:sp>
        <p:nvSpPr>
          <p:cNvPr id="1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3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9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2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75287" cy="3084513"/>
          </a:xfrm>
          <a:prstGeom prst="rect">
            <a:avLst/>
          </a:prstGeom>
          <a:ln w="0">
            <a:noFill/>
          </a:ln>
        </p:spPr>
      </p:sp>
      <p:sp>
        <p:nvSpPr>
          <p:cNvPr id="1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5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8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9040" y="1143000"/>
            <a:ext cx="5478840" cy="3085200"/>
          </a:xfrm>
          <a:prstGeom prst="rect">
            <a:avLst/>
          </a:prstGeom>
          <a:ln w="0">
            <a:noFill/>
          </a:ln>
        </p:spPr>
      </p:sp>
      <p:sp>
        <p:nvSpPr>
          <p:cNvPr id="1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75287" cy="3084513"/>
          </a:xfrm>
          <a:prstGeom prst="rect">
            <a:avLst/>
          </a:prstGeom>
          <a:ln w="0">
            <a:noFill/>
          </a:ln>
        </p:spPr>
      </p:sp>
      <p:sp>
        <p:nvSpPr>
          <p:cNvPr id="1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75287" cy="3084513"/>
          </a:xfrm>
          <a:prstGeom prst="rect">
            <a:avLst/>
          </a:prstGeom>
          <a:ln w="0">
            <a:noFill/>
          </a:ln>
        </p:spPr>
      </p:sp>
      <p:sp>
        <p:nvSpPr>
          <p:cNvPr id="1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0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75287" cy="3084513"/>
          </a:xfrm>
          <a:prstGeom prst="rect">
            <a:avLst/>
          </a:prstGeom>
          <a:ln w="0">
            <a:noFill/>
          </a:ln>
        </p:spPr>
      </p:sp>
      <p:sp>
        <p:nvSpPr>
          <p:cNvPr id="1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75287" cy="3084513"/>
          </a:xfrm>
          <a:prstGeom prst="rect">
            <a:avLst/>
          </a:prstGeom>
          <a:ln w="0">
            <a:noFill/>
          </a:ln>
        </p:spPr>
      </p:sp>
      <p:sp>
        <p:nvSpPr>
          <p:cNvPr id="1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5DF64-38ED-74DE-D7A1-AF6FF32A7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PlaceHolder 1">
            <a:extLst>
              <a:ext uri="{FF2B5EF4-FFF2-40B4-BE49-F238E27FC236}">
                <a16:creationId xmlns:a16="http://schemas.microsoft.com/office/drawing/2014/main" id="{263A1E4D-B51E-822D-B68C-0A7663D2D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75287" cy="3084513"/>
          </a:xfrm>
          <a:prstGeom prst="rect">
            <a:avLst/>
          </a:prstGeom>
          <a:ln w="0">
            <a:noFill/>
          </a:ln>
        </p:spPr>
      </p:sp>
      <p:sp>
        <p:nvSpPr>
          <p:cNvPr id="1522" name="PlaceHolder 2">
            <a:extLst>
              <a:ext uri="{FF2B5EF4-FFF2-40B4-BE49-F238E27FC236}">
                <a16:creationId xmlns:a16="http://schemas.microsoft.com/office/drawing/2014/main" id="{81181FFF-F054-F8D2-E36D-E5A8BDE3388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PlaceHolder 3">
            <a:extLst>
              <a:ext uri="{FF2B5EF4-FFF2-40B4-BE49-F238E27FC236}">
                <a16:creationId xmlns:a16="http://schemas.microsoft.com/office/drawing/2014/main" id="{66A72CFA-2532-ED80-7D42-3F29FD8EEF1A}"/>
              </a:ext>
            </a:extLst>
          </p:cNvPr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75358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75287" cy="3084513"/>
          </a:xfrm>
          <a:prstGeom prst="rect">
            <a:avLst/>
          </a:prstGeom>
          <a:ln w="0">
            <a:noFill/>
          </a:ln>
        </p:spPr>
      </p:sp>
      <p:sp>
        <p:nvSpPr>
          <p:cNvPr id="1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B62DA-AECB-4D81-379A-D1354470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PlaceHolder 1">
            <a:extLst>
              <a:ext uri="{FF2B5EF4-FFF2-40B4-BE49-F238E27FC236}">
                <a16:creationId xmlns:a16="http://schemas.microsoft.com/office/drawing/2014/main" id="{A11747B8-8F2A-00A2-E586-3CA845662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90563" y="1143000"/>
            <a:ext cx="5475287" cy="3084513"/>
          </a:xfrm>
          <a:prstGeom prst="rect">
            <a:avLst/>
          </a:prstGeom>
          <a:ln w="0">
            <a:noFill/>
          </a:ln>
        </p:spPr>
      </p:sp>
      <p:sp>
        <p:nvSpPr>
          <p:cNvPr id="1528" name="PlaceHolder 2">
            <a:extLst>
              <a:ext uri="{FF2B5EF4-FFF2-40B4-BE49-F238E27FC236}">
                <a16:creationId xmlns:a16="http://schemas.microsoft.com/office/drawing/2014/main" id="{E44E35B8-9DA7-B7D6-72D0-E790AF03CB5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PlaceHolder 3">
            <a:extLst>
              <a:ext uri="{FF2B5EF4-FFF2-40B4-BE49-F238E27FC236}">
                <a16:creationId xmlns:a16="http://schemas.microsoft.com/office/drawing/2014/main" id="{96268A04-C16C-79C4-B0E1-A35F767199C0}"/>
              </a:ext>
            </a:extLst>
          </p:cNvPr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0527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6920" cy="3491280"/>
          </a:xfrm>
          <a:custGeom>
            <a:avLst/>
            <a:gdLst>
              <a:gd name="textAreaLeft" fmla="*/ 0 w 3166920"/>
              <a:gd name="textAreaRight" fmla="*/ 3168000 w 3166920"/>
              <a:gd name="textAreaTop" fmla="*/ 0 h 3491280"/>
              <a:gd name="textAreaBottom" fmla="*/ 3492360 h 349128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54360" y="2268000"/>
            <a:ext cx="4399920" cy="106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0640" tIns="45000" rIns="8064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8520" cy="298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6920" cy="3491280"/>
          </a:xfrm>
          <a:custGeom>
            <a:avLst/>
            <a:gdLst>
              <a:gd name="textAreaLeft" fmla="*/ 0 w 3166920"/>
              <a:gd name="textAreaRight" fmla="*/ 3168000 w 3166920"/>
              <a:gd name="textAreaTop" fmla="*/ 0 h 3491280"/>
              <a:gd name="textAreaBottom" fmla="*/ 3492360 h 349128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526680" y="2899440"/>
            <a:ext cx="6398640" cy="53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0640" tIns="45000" rIns="8064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</a:p>
        </p:txBody>
      </p:sp>
      <p:sp>
        <p:nvSpPr>
          <p:cNvPr id="128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6398640" cy="11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0640" tIns="45000" rIns="8064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folie mit Bild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</a:p>
        </p:txBody>
      </p:sp>
      <p:sp>
        <p:nvSpPr>
          <p:cNvPr id="171" name="PlaceHolder 2"/>
          <p:cNvSpPr>
            <a:spLocks noGrp="1"/>
          </p:cNvSpPr>
          <p:nvPr>
            <p:ph type="title"/>
          </p:nvPr>
        </p:nvSpPr>
        <p:spPr>
          <a:xfrm>
            <a:off x="526680" y="2331720"/>
            <a:ext cx="4935600" cy="110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0640" tIns="45000" rIns="8064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621040" y="1088280"/>
            <a:ext cx="3521880" cy="3825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folie mit Bild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</a:p>
        </p:txBody>
      </p:sp>
      <p:sp>
        <p:nvSpPr>
          <p:cNvPr id="215" name="PlaceHolder 2"/>
          <p:cNvSpPr>
            <a:spLocks noGrp="1"/>
          </p:cNvSpPr>
          <p:nvPr>
            <p:ph type="title"/>
          </p:nvPr>
        </p:nvSpPr>
        <p:spPr>
          <a:xfrm>
            <a:off x="526680" y="2250360"/>
            <a:ext cx="2829240" cy="118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0640" tIns="45000" rIns="8064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3546000" y="1088280"/>
            <a:ext cx="5596920" cy="38253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folie mit zwei Bilder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6320" cy="273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</a:p>
        </p:txBody>
      </p:sp>
      <p:sp>
        <p:nvSpPr>
          <p:cNvPr id="259" name="PlaceHolder 2"/>
          <p:cNvSpPr>
            <a:spLocks noGrp="1"/>
          </p:cNvSpPr>
          <p:nvPr>
            <p:ph type="title"/>
          </p:nvPr>
        </p:nvSpPr>
        <p:spPr>
          <a:xfrm>
            <a:off x="526680" y="3818520"/>
            <a:ext cx="5772600" cy="56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7120" cy="582480"/>
            <a:chOff x="522720" y="385200"/>
            <a:chExt cx="1527120" cy="58248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60920" cy="142200"/>
            </a:xfrm>
            <a:custGeom>
              <a:avLst/>
              <a:gdLst>
                <a:gd name="textAreaLeft" fmla="*/ 0 w 160920"/>
                <a:gd name="textAreaRight" fmla="*/ 162000 w 160920"/>
                <a:gd name="textAreaTop" fmla="*/ 0 h 142200"/>
                <a:gd name="textAreaBottom" fmla="*/ 143280 h 14220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80640" tIns="45000" rIns="8064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3480" cy="39636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396360"/>
                <a:gd name="textAreaBottom" fmla="*/ 397440 h 39636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3480" cy="512640"/>
            </a:xfrm>
            <a:custGeom>
              <a:avLst/>
              <a:gdLst>
                <a:gd name="textAreaLeft" fmla="*/ 0 w 393480"/>
                <a:gd name="textAreaRight" fmla="*/ 394560 w 393480"/>
                <a:gd name="textAreaTop" fmla="*/ 0 h 512640"/>
                <a:gd name="textAreaBottom" fmla="*/ 513720 h 51264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0" y="1422360"/>
            <a:ext cx="6677280" cy="2395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/>
          </p:nvPr>
        </p:nvSpPr>
        <p:spPr>
          <a:xfrm>
            <a:off x="6741000" y="1422360"/>
            <a:ext cx="2401920" cy="2395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Unter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300" name="PlaceHolder 2"/>
          <p:cNvSpPr>
            <a:spLocks noGrp="1"/>
          </p:cNvSpPr>
          <p:nvPr>
            <p:ph type="ftr" idx="7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301" name="PlaceHolder 3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19FC124-614A-4DE5-89A4-A152D40FFF8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04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07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08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309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310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6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9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320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2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3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324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5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6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9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330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3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4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336" name="PlaceHolder 2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337" name="PlaceHolder 3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810DA3E-E9C9-4EDD-B476-65ED1809304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Untertitel, grosser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8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3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34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345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6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9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0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1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355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6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7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359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1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365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69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371" name="PlaceHolder 2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372" name="PlaceHolder 3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6F37C12-1598-4372-990A-18DCCC89093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000" cy="33105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374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376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7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80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381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382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8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1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392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4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5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396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7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8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1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402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6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1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408" name="PlaceHolder 2"/>
          <p:cNvSpPr>
            <a:spLocks noGrp="1"/>
          </p:cNvSpPr>
          <p:nvPr>
            <p:ph type="sldNum" idx="14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7E31553-FB12-4A24-AA27-1AA30B27DCF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apiteltrenn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1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1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1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41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416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7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8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9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0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2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426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8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430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436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8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9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40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41" name="Gruppieren 49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4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8640" cy="91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446" name="Grafik 11"/>
          <p:cNvSpPr/>
          <p:nvPr/>
        </p:nvSpPr>
        <p:spPr>
          <a:xfrm>
            <a:off x="0" y="0"/>
            <a:ext cx="3731040" cy="4914000"/>
          </a:xfrm>
          <a:custGeom>
            <a:avLst/>
            <a:gdLst>
              <a:gd name="textAreaLeft" fmla="*/ 0 w 3731040"/>
              <a:gd name="textAreaRight" fmla="*/ 3732120 w 3731040"/>
              <a:gd name="textAreaTop" fmla="*/ 0 h 4914000"/>
              <a:gd name="textAreaBottom" fmla="*/ 4915080 h 491400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 type="ftr" idx="15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448" name="PlaceHolder 3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2570EBD-9574-4ABF-BE6A-E3EF9B6FA9B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44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45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451" name="Freihandform: Form 65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2" name="Freihandform: Form 66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3" name="Freihandform: Form 67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4" name="Freihandform: Form 68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Freihandform: Form 69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Freihandform: Form 70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57" name="Freihandform: Form 43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8" name="Freihandform: Form 44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Freihandform: Form 45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461" name="Freihandform: Form 63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2" name="Freihandform: Form 64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3" name="Freihandform: Form 47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465" name="Freihandform: Form 61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ihandform: Form 62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7" name="Freihandform: Form 5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Freihandform: Form 54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9" name="Freihandform: Form 55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471" name="Freihandform: Form 57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2" name="Freihandform: Form 58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3" name="Freihandform: Form 59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4" name="Freihandform: Form 60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apiteltrenner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476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7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80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481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482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3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4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88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1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492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4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5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496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8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1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502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3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4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5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06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07" name="Gruppieren 49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50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8640" cy="91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512" name="PlaceHolder 2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513" name="PlaceHolder 3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428228D-3AE7-457C-8967-AB869FDB6C6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51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1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16" name="Freihandform: Form 65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7" name="Freihandform: Form 66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8" name="Freihandform: Form 67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9" name="Freihandform: Form 68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0" name="Freihandform: Form 69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1" name="Freihandform: Form 70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2" name="Freihandform: Form 43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3" name="Freihandform: Form 44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Freihandform: Form 45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526" name="Freihandform: Form 63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7" name="Freihandform: Form 64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8" name="Freihandform: Form 47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530" name="Freihandform: Form 61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62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2" name="Freihandform: Form 5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3" name="Freihandform: Form 54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4" name="Freihandform: Form 55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536" name="Freihandform: Form 57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7" name="Freihandform: Form 58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8" name="Freihandform: Form 59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9" name="Freihandform: Form 60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sverzeichnis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54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4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45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46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47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3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6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557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9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0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561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3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6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567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71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</a:p>
        </p:txBody>
      </p:sp>
      <p:sp>
        <p:nvSpPr>
          <p:cNvPr id="573" name="PlaceHolder 2"/>
          <p:cNvSpPr>
            <a:spLocks noGrp="1"/>
          </p:cNvSpPr>
          <p:nvPr>
            <p:ph type="sldNum" idx="19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F622BE9-6C3E-4CAA-9B8D-67A0E107192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ftr" idx="20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575" name="PlaceHolder 4"/>
          <p:cNvSpPr>
            <a:spLocks noGrp="1"/>
          </p:cNvSpPr>
          <p:nvPr>
            <p:ph type="body"/>
          </p:nvPr>
        </p:nvSpPr>
        <p:spPr>
          <a:xfrm>
            <a:off x="5488200" y="1422360"/>
            <a:ext cx="36547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76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532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57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8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8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58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58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59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59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60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0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610" name="PlaceHolder 2"/>
          <p:cNvSpPr>
            <a:spLocks noGrp="1"/>
          </p:cNvSpPr>
          <p:nvPr>
            <p:ph type="sldNum" idx="21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B845248-BF6B-49F7-A6A1-C62A5F07A08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Unter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61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1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1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61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61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62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63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63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43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645" name="PlaceHolder 2"/>
          <p:cNvSpPr>
            <a:spLocks noGrp="1"/>
          </p:cNvSpPr>
          <p:nvPr>
            <p:ph type="ftr" idx="22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646" name="PlaceHolder 3"/>
          <p:cNvSpPr>
            <a:spLocks noGrp="1"/>
          </p:cNvSpPr>
          <p:nvPr>
            <p:ph type="sldNum" idx="23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258A4A2-DE64-4E70-AB53-A1E34F7DA33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00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648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wei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65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5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5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65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656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0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1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2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4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666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7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8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670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1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2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4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676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9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80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682" name="PlaceHolder 2"/>
          <p:cNvSpPr>
            <a:spLocks noGrp="1"/>
          </p:cNvSpPr>
          <p:nvPr>
            <p:ph type="ftr" idx="24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683" name="PlaceHolder 3"/>
          <p:cNvSpPr>
            <a:spLocks noGrp="1"/>
          </p:cNvSpPr>
          <p:nvPr>
            <p:ph type="sldNum" idx="25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6B1AA36-D70E-4038-928C-B5C092DCB36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560" cy="34232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685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360" cy="34232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Kopf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68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90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91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692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693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4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5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6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8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9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0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1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2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703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4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5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6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707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8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9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0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1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2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13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4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5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6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17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18" name="Gruppieren 52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71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2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72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724" name="Freihandform: Form 35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5" name="Freihandform: Form 36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6" name="Freihandform: Form 37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7" name="Freihandform: Form 38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Freihandform: Form 39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Freihandform: Form 40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0" name="Freihandform: Form 17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Freihandform: Form 18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Freihandform: Form 19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734" name="Freihandform: Form 33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34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6" name="Freihandform: Form 21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738" name="Freihandform: Form 31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9" name="Freihandform: Form 32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40" name="Freihandform: Form 2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Freihandform: Form 24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Freihandform: Form 25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44" name="Freihandform: Form 27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ihandform: Form 28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29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30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48" name="Grafik 11"/>
          <p:cNvSpPr/>
          <p:nvPr/>
        </p:nvSpPr>
        <p:spPr>
          <a:xfrm>
            <a:off x="0" y="0"/>
            <a:ext cx="3731040" cy="4914000"/>
          </a:xfrm>
          <a:custGeom>
            <a:avLst/>
            <a:gdLst>
              <a:gd name="textAreaLeft" fmla="*/ 0 w 3731040"/>
              <a:gd name="textAreaRight" fmla="*/ 3732120 w 3731040"/>
              <a:gd name="textAreaTop" fmla="*/ 0 h 4914000"/>
              <a:gd name="textAreaBottom" fmla="*/ 4915080 h 491400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1"/>
          <p:cNvSpPr>
            <a:spLocks noGrp="1"/>
          </p:cNvSpPr>
          <p:nvPr>
            <p:ph type="ftr" idx="26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750" name="PlaceHolder 2"/>
          <p:cNvSpPr>
            <a:spLocks noGrp="1"/>
          </p:cNvSpPr>
          <p:nvPr>
            <p:ph type="sldNum" idx="27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CA6BFE0-D6F7-4A37-B6C4-4D24A0B585F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 type="title"/>
          </p:nvPr>
        </p:nvSpPr>
        <p:spPr>
          <a:xfrm>
            <a:off x="4464000" y="330840"/>
            <a:ext cx="288828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</a:p>
        </p:txBody>
      </p:sp>
      <p:cxnSp>
        <p:nvCxnSpPr>
          <p:cNvPr id="752" name="Gerader Verbinder 45"/>
          <p:cNvCxnSpPr/>
          <p:nvPr/>
        </p:nvCxnSpPr>
        <p:spPr>
          <a:xfrm>
            <a:off x="4464000" y="974520"/>
            <a:ext cx="289044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753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788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754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728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Zwei Inhalte + Unter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5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756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59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60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761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762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3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8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9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1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772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3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4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5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776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8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9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1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782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3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6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788" name="PlaceHolder 2"/>
          <p:cNvSpPr>
            <a:spLocks noGrp="1"/>
          </p:cNvSpPr>
          <p:nvPr>
            <p:ph type="ftr" idx="28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789" name="PlaceHolder 3"/>
          <p:cNvSpPr>
            <a:spLocks noGrp="1"/>
          </p:cNvSpPr>
          <p:nvPr>
            <p:ph type="sldNum" idx="29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AA04449-7031-4FC4-A343-EA91CF7FE83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05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791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588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79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164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  <p:sp>
        <p:nvSpPr>
          <p:cNvPr id="793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164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gramn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79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9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9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0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80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81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81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2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82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25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827" name="PlaceHolder 2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2518178-34C0-4989-B942-B319FCEA0FB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829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8099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30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bellen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1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83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3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36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37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838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0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2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4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7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848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9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0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1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852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4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5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6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7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858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0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1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62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864" name="PlaceHolder 2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8AE895F-A1CC-4740-8B29-B919A3E3EE5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PlaceHolder 3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866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8984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867" name="PlaceHolder 5"/>
          <p:cNvSpPr>
            <a:spLocks noGrp="1"/>
          </p:cNvSpPr>
          <p:nvPr>
            <p:ph type="body"/>
          </p:nvPr>
        </p:nvSpPr>
        <p:spPr>
          <a:xfrm>
            <a:off x="522360" y="1422360"/>
            <a:ext cx="5309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8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bellen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870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73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7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87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876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7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8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9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0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1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2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886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7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8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890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1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92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896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7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8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9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00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902" name="PlaceHolder 2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87B3AEF-90C3-4629-A9C8-F0F4973AE16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PlaceHolder 3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904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8984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905" name="PlaceHolder 5"/>
          <p:cNvSpPr>
            <a:spLocks noGrp="1"/>
          </p:cNvSpPr>
          <p:nvPr>
            <p:ph type="body"/>
          </p:nvPr>
        </p:nvSpPr>
        <p:spPr>
          <a:xfrm>
            <a:off x="3311640" y="1422360"/>
            <a:ext cx="5309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0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er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0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1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1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1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1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92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92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3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93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3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940" name="PlaceHolder 2"/>
          <p:cNvSpPr>
            <a:spLocks noGrp="1"/>
          </p:cNvSpPr>
          <p:nvPr>
            <p:ph type="ftr" idx="36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941" name="PlaceHolder 3"/>
          <p:cNvSpPr>
            <a:spLocks noGrp="1"/>
          </p:cNvSpPr>
          <p:nvPr>
            <p:ph type="sldNum" idx="37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441869D-BB55-460F-A7F4-618F6FFD1FB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5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943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5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944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05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945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2360" cy="1637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e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6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47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9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0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51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52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53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4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7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8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9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0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1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2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963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4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5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66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967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8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69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0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1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72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973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77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979" name="PlaceHolder 2"/>
          <p:cNvSpPr>
            <a:spLocks noGrp="1"/>
          </p:cNvSpPr>
          <p:nvPr>
            <p:ph type="ftr" idx="38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980" name="PlaceHolder 3"/>
          <p:cNvSpPr>
            <a:spLocks noGrp="1"/>
          </p:cNvSpPr>
          <p:nvPr>
            <p:ph type="sldNum" idx="39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9D3EA5B-2434-41AC-86EE-2ED3B0AA3518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05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98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23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98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Bild rech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985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6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7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88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89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990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991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2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5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6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7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0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01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2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3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4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005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6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07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8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10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011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3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4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15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1017" name="PlaceHolder 2"/>
          <p:cNvSpPr>
            <a:spLocks noGrp="1"/>
          </p:cNvSpPr>
          <p:nvPr>
            <p:ph type="ftr" idx="40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018" name="PlaceHolder 3"/>
          <p:cNvSpPr>
            <a:spLocks noGrp="1"/>
          </p:cNvSpPr>
          <p:nvPr>
            <p:ph type="sldNum" idx="41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93E92F1-A075-48D3-A47A-D92D9A78A86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451728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20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33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1021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36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zwei Bilder rech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02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26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27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028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029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0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1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2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3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4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5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6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7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8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39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0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1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2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043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4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5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6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7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8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049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53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5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1055" name="PlaceHolder 2"/>
          <p:cNvSpPr>
            <a:spLocks noGrp="1"/>
          </p:cNvSpPr>
          <p:nvPr>
            <p:ph type="ftr" idx="42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056" name="PlaceHolder 3"/>
          <p:cNvSpPr>
            <a:spLocks noGrp="1"/>
          </p:cNvSpPr>
          <p:nvPr>
            <p:ph type="sldNum" idx="43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308CB37-88FB-44A4-BFF2-D56DC18BDEF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PlaceHolder 4"/>
          <p:cNvSpPr>
            <a:spLocks noGrp="1"/>
          </p:cNvSpPr>
          <p:nvPr>
            <p:ph type="body"/>
          </p:nvPr>
        </p:nvSpPr>
        <p:spPr>
          <a:xfrm>
            <a:off x="4625640" y="1422360"/>
            <a:ext cx="224100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58" name="PlaceHolder 5"/>
          <p:cNvSpPr>
            <a:spLocks noGrp="1"/>
          </p:cNvSpPr>
          <p:nvPr>
            <p:ph type="body"/>
          </p:nvPr>
        </p:nvSpPr>
        <p:spPr>
          <a:xfrm>
            <a:off x="6921000" y="1422360"/>
            <a:ext cx="2221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59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3360" cy="349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1060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336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Bild link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1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062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4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65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66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067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068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2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3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4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5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6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7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078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0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1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082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4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5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7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088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9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0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1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92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93" name="Gruppieren 53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094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5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6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7" name="PlaceHolder 1"/>
          <p:cNvSpPr>
            <a:spLocks noGrp="1"/>
          </p:cNvSpPr>
          <p:nvPr>
            <p:ph type="ftr" idx="44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098" name="PlaceHolder 2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BB9D468-D55E-45A0-9169-84FF7406278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664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</a:p>
        </p:txBody>
      </p:sp>
      <p:cxnSp>
        <p:nvCxnSpPr>
          <p:cNvPr id="1100" name="Gerader Verbinder 46"/>
          <p:cNvCxnSpPr/>
          <p:nvPr/>
        </p:nvCxnSpPr>
        <p:spPr>
          <a:xfrm>
            <a:off x="4625640" y="974520"/>
            <a:ext cx="272880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101" name="PlaceHolder 4"/>
          <p:cNvSpPr>
            <a:spLocks noGrp="1"/>
          </p:cNvSpPr>
          <p:nvPr>
            <p:ph type="body"/>
          </p:nvPr>
        </p:nvSpPr>
        <p:spPr>
          <a:xfrm>
            <a:off x="-6120" y="0"/>
            <a:ext cx="4276080" cy="4914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02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6720" cy="3486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1103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  <p:grpSp>
        <p:nvGrpSpPr>
          <p:cNvPr id="110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10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106" name="Freihandform: Form 68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7" name="Freihandform: Form 69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8" name="Freihandform: Form 70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9" name="Freihandform: Form 71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0" name="Freihandform: Form 72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1" name="Freihandform: Form 73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2" name="Freihandform: Form 45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Freihandform: Form 4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Freihandform: Form 4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116" name="Freihandform: Form 66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7" name="Freihandform: Form 67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18" name="Freihandform: Form 50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20" name="Freihandform: Form 6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1" name="Freihandform: Form 6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2" name="Freihandform: Form 52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3" name="Freihandform: Form 5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4" name="Freihandform: Form 5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26" name="Freihandform: Form 6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" name="Freihandform: Form 6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8" name="Freihandform: Form 6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9" name="Freihandform: Form 6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halt + zwei Bilder link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0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13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3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35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136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137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8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9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0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1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2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3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4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5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6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147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8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9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0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51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3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4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5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56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57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8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9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0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61" name="Freihandform: Form 44" hidden="1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62" name="Gruppieren 54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163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4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5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6" name="PlaceHolder 1"/>
          <p:cNvSpPr>
            <a:spLocks noGrp="1"/>
          </p:cNvSpPr>
          <p:nvPr>
            <p:ph type="ftr" idx="46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167" name="PlaceHolder 2"/>
          <p:cNvSpPr>
            <a:spLocks noGrp="1"/>
          </p:cNvSpPr>
          <p:nvPr>
            <p:ph type="sldNum" idx="47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1D017895-9D04-4BC0-BCED-5F03C4BD653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PlaceHolder 3"/>
          <p:cNvSpPr>
            <a:spLocks noGrp="1"/>
          </p:cNvSpPr>
          <p:nvPr>
            <p:ph type="title"/>
          </p:nvPr>
        </p:nvSpPr>
        <p:spPr>
          <a:xfrm>
            <a:off x="4625640" y="330840"/>
            <a:ext cx="272664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</a:p>
        </p:txBody>
      </p:sp>
      <p:cxnSp>
        <p:nvCxnSpPr>
          <p:cNvPr id="1169" name="Gerader Verbinder 47"/>
          <p:cNvCxnSpPr/>
          <p:nvPr/>
        </p:nvCxnSpPr>
        <p:spPr>
          <a:xfrm>
            <a:off x="4625640" y="974520"/>
            <a:ext cx="272880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1170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4275000" cy="2430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71" name="PlaceHolder 5"/>
          <p:cNvSpPr>
            <a:spLocks noGrp="1"/>
          </p:cNvSpPr>
          <p:nvPr>
            <p:ph type="body"/>
          </p:nvPr>
        </p:nvSpPr>
        <p:spPr>
          <a:xfrm>
            <a:off x="0" y="2493720"/>
            <a:ext cx="4275000" cy="2419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72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240" cy="34866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</a:p>
        </p:txBody>
      </p:sp>
      <p:sp>
        <p:nvSpPr>
          <p:cNvPr id="1173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24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  <p:grpSp>
        <p:nvGrpSpPr>
          <p:cNvPr id="1174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175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176" name="Freihandform: Form 69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7" name="Freihandform: Form 70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8" name="Freihandform: Form 71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9" name="Freihandform: Form 72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0" name="Freihandform: Form 73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1" name="Freihandform: Form 74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2" name="Freihandform: Form 45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3" name="Freihandform: Form 46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Freihandform: Form 49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5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186" name="Freihandform: Form 67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7" name="Freihandform: Form 68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8" name="Freihandform: Form 51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9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190" name="Freihandform: Form 65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Freihandform: Form 66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92" name="Freihandform: Form 53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3" name="Freihandform: Form 58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Freihandform: Form 59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5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196" name="Freihandform: Form 61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7" name="Freihandform: Form 62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8" name="Freihandform: Form 63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9" name="Freihandform: Form 64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zwei Bil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0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01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3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4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05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206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207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8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2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3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16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217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9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0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221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3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4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5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6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227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1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1233" name="PlaceHolder 2"/>
          <p:cNvSpPr>
            <a:spLocks noGrp="1"/>
          </p:cNvSpPr>
          <p:nvPr>
            <p:ph type="ftr" idx="48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234" name="PlaceHolder 3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AB42257-9423-43AA-9628-97DD9F527C3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454356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6" name="PlaceHolder 5"/>
          <p:cNvSpPr>
            <a:spLocks noGrp="1"/>
          </p:cNvSpPr>
          <p:nvPr>
            <p:ph type="body"/>
          </p:nvPr>
        </p:nvSpPr>
        <p:spPr>
          <a:xfrm>
            <a:off x="4599360" y="1422360"/>
            <a:ext cx="454356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 + drei Bil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8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39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0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1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2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43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244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245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6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7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8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9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1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4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255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7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259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2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3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4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265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69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1271" name="PlaceHolder 2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272" name="PlaceHolder 3"/>
          <p:cNvSpPr>
            <a:spLocks noGrp="1"/>
          </p:cNvSpPr>
          <p:nvPr>
            <p:ph type="sldNum" idx="51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CDA4B1B-AC78-4AC7-A9AC-4293BD33ECC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2977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5"/>
          <p:cNvSpPr>
            <a:spLocks noGrp="1"/>
          </p:cNvSpPr>
          <p:nvPr>
            <p:ph type="body"/>
          </p:nvPr>
        </p:nvSpPr>
        <p:spPr>
          <a:xfrm>
            <a:off x="3032640" y="1422360"/>
            <a:ext cx="307800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6"/>
          <p:cNvSpPr>
            <a:spLocks noGrp="1"/>
          </p:cNvSpPr>
          <p:nvPr>
            <p:ph type="body"/>
          </p:nvPr>
        </p:nvSpPr>
        <p:spPr>
          <a:xfrm>
            <a:off x="6165000" y="1422360"/>
            <a:ext cx="2977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6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berschrift + Bild groß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ruppieren 6"/>
          <p:cNvGrpSpPr/>
          <p:nvPr/>
        </p:nvGrpSpPr>
        <p:grpSpPr>
          <a:xfrm>
            <a:off x="-5040" y="4950720"/>
            <a:ext cx="9147960" cy="196920"/>
            <a:chOff x="-5040" y="4950720"/>
            <a:chExt cx="9147960" cy="196920"/>
          </a:xfrm>
        </p:grpSpPr>
        <p:sp>
          <p:nvSpPr>
            <p:cNvPr id="1278" name="bk object 18"/>
            <p:cNvSpPr/>
            <p:nvPr/>
          </p:nvSpPr>
          <p:spPr>
            <a:xfrm>
              <a:off x="-5040" y="4950720"/>
              <a:ext cx="483840" cy="196920"/>
            </a:xfrm>
            <a:custGeom>
              <a:avLst/>
              <a:gdLst>
                <a:gd name="textAreaLeft" fmla="*/ 0 w 483840"/>
                <a:gd name="textAreaRight" fmla="*/ 484920 w 48384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bk object 18"/>
            <p:cNvSpPr/>
            <p:nvPr/>
          </p:nvSpPr>
          <p:spPr>
            <a:xfrm>
              <a:off x="522360" y="4950720"/>
              <a:ext cx="8620560" cy="196920"/>
            </a:xfrm>
            <a:custGeom>
              <a:avLst/>
              <a:gdLst>
                <a:gd name="textAreaLeft" fmla="*/ 0 w 8620560"/>
                <a:gd name="textAreaRight" fmla="*/ 8621640 w 8620560"/>
                <a:gd name="textAreaTop" fmla="*/ 0 h 196920"/>
                <a:gd name="textAreaBottom" fmla="*/ 198000 h 19692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Holder 3"/>
            <p:cNvSpPr/>
            <p:nvPr/>
          </p:nvSpPr>
          <p:spPr>
            <a:xfrm>
              <a:off x="8194680" y="4966200"/>
              <a:ext cx="448560" cy="16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trike="noStrike" spc="11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1" name="Gerader Verbinder 11"/>
          <p:cNvCxnSpPr/>
          <p:nvPr/>
        </p:nvCxnSpPr>
        <p:spPr>
          <a:xfrm>
            <a:off x="521280" y="974520"/>
            <a:ext cx="6833160" cy="108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2" name="Grafik 9"/>
          <p:cNvGrpSpPr/>
          <p:nvPr/>
        </p:nvGrpSpPr>
        <p:grpSpPr>
          <a:xfrm>
            <a:off x="7741440" y="394200"/>
            <a:ext cx="1049040" cy="619920"/>
            <a:chOff x="7741440" y="394200"/>
            <a:chExt cx="1049040" cy="619920"/>
          </a:xfrm>
        </p:grpSpPr>
        <p:grpSp>
          <p:nvGrpSpPr>
            <p:cNvPr id="1283" name="Grafik 9"/>
            <p:cNvGrpSpPr/>
            <p:nvPr/>
          </p:nvGrpSpPr>
          <p:grpSpPr>
            <a:xfrm>
              <a:off x="7741440" y="394200"/>
              <a:ext cx="883800" cy="431280"/>
              <a:chOff x="7741440" y="394200"/>
              <a:chExt cx="883800" cy="431280"/>
            </a:xfrm>
          </p:grpSpPr>
          <p:sp>
            <p:nvSpPr>
              <p:cNvPr id="1284" name="Freihandform: Form 20"/>
              <p:cNvSpPr/>
              <p:nvPr/>
            </p:nvSpPr>
            <p:spPr>
              <a:xfrm>
                <a:off x="8358120" y="480600"/>
                <a:ext cx="267120" cy="26748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267480"/>
                  <a:gd name="textAreaBottom" fmla="*/ 268560 h 26748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1"/>
              <p:cNvSpPr/>
              <p:nvPr/>
            </p:nvSpPr>
            <p:spPr>
              <a:xfrm>
                <a:off x="774144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2"/>
              <p:cNvSpPr/>
              <p:nvPr/>
            </p:nvSpPr>
            <p:spPr>
              <a:xfrm>
                <a:off x="8050680" y="394200"/>
                <a:ext cx="267120" cy="347400"/>
              </a:xfrm>
              <a:custGeom>
                <a:avLst/>
                <a:gdLst>
                  <a:gd name="textAreaLeft" fmla="*/ 0 w 267120"/>
                  <a:gd name="textAreaRight" fmla="*/ 268200 w 267120"/>
                  <a:gd name="textAreaTop" fmla="*/ 0 h 347400"/>
                  <a:gd name="textAreaBottom" fmla="*/ 348480 h 34740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3"/>
              <p:cNvSpPr/>
              <p:nvPr/>
            </p:nvSpPr>
            <p:spPr>
              <a:xfrm>
                <a:off x="784800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4"/>
              <p:cNvSpPr/>
              <p:nvPr/>
            </p:nvSpPr>
            <p:spPr>
              <a:xfrm>
                <a:off x="795816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5"/>
              <p:cNvSpPr/>
              <p:nvPr/>
            </p:nvSpPr>
            <p:spPr>
              <a:xfrm>
                <a:off x="8212320" y="817560"/>
                <a:ext cx="7920" cy="7920"/>
              </a:xfrm>
              <a:custGeom>
                <a:avLst/>
                <a:gdLst>
                  <a:gd name="textAreaLeft" fmla="*/ 0 w 7920"/>
                  <a:gd name="textAreaRight" fmla="*/ 9000 w 7920"/>
                  <a:gd name="textAreaTop" fmla="*/ 0 h 7920"/>
                  <a:gd name="textAreaBottom" fmla="*/ 9000 h 792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3960" tIns="-36000" rIns="3960" bIns="-36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0" name="Freihandform: Form 26"/>
            <p:cNvSpPr/>
            <p:nvPr/>
          </p:nvSpPr>
          <p:spPr>
            <a:xfrm>
              <a:off x="774144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Freihandform: Form 27"/>
            <p:cNvSpPr/>
            <p:nvPr/>
          </p:nvSpPr>
          <p:spPr>
            <a:xfrm>
              <a:off x="779976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8"/>
            <p:cNvSpPr/>
            <p:nvPr/>
          </p:nvSpPr>
          <p:spPr>
            <a:xfrm>
              <a:off x="784908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3" name="Grafik 9"/>
            <p:cNvGrpSpPr/>
            <p:nvPr/>
          </p:nvGrpSpPr>
          <p:grpSpPr>
            <a:xfrm>
              <a:off x="7872120" y="834120"/>
              <a:ext cx="74160" cy="40680"/>
              <a:chOff x="7872120" y="834120"/>
              <a:chExt cx="74160" cy="40680"/>
            </a:xfrm>
          </p:grpSpPr>
          <p:sp>
            <p:nvSpPr>
              <p:cNvPr id="1294" name="Freihandform: Form 30"/>
              <p:cNvSpPr/>
              <p:nvPr/>
            </p:nvSpPr>
            <p:spPr>
              <a:xfrm>
                <a:off x="787212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5" name="Freihandform: Form 31"/>
              <p:cNvSpPr/>
              <p:nvPr/>
            </p:nvSpPr>
            <p:spPr>
              <a:xfrm>
                <a:off x="7922160" y="834120"/>
                <a:ext cx="24120" cy="40680"/>
              </a:xfrm>
              <a:custGeom>
                <a:avLst/>
                <a:gdLst>
                  <a:gd name="textAreaLeft" fmla="*/ 0 w 24120"/>
                  <a:gd name="textAreaRight" fmla="*/ 25200 w 24120"/>
                  <a:gd name="textAreaTop" fmla="*/ 0 h 40680"/>
                  <a:gd name="textAreaBottom" fmla="*/ 41760 h 4068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2240" tIns="-3240" rIns="1224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6" name="Freihandform: Form 32"/>
            <p:cNvSpPr/>
            <p:nvPr/>
          </p:nvSpPr>
          <p:spPr>
            <a:xfrm>
              <a:off x="795924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7" name="Grafik 9"/>
            <p:cNvGrpSpPr/>
            <p:nvPr/>
          </p:nvGrpSpPr>
          <p:grpSpPr>
            <a:xfrm>
              <a:off x="7979760" y="812160"/>
              <a:ext cx="78120" cy="64440"/>
              <a:chOff x="7979760" y="812160"/>
              <a:chExt cx="78120" cy="64440"/>
            </a:xfrm>
          </p:grpSpPr>
          <p:sp>
            <p:nvSpPr>
              <p:cNvPr id="1298" name="Freihandform: Form 34"/>
              <p:cNvSpPr/>
              <p:nvPr/>
            </p:nvSpPr>
            <p:spPr>
              <a:xfrm>
                <a:off x="7979760" y="834120"/>
                <a:ext cx="33480" cy="424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2480"/>
                  <a:gd name="textAreaBottom" fmla="*/ 43560 h 4248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1440" rIns="1692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9" name="Freihandform: Form 35"/>
              <p:cNvSpPr/>
              <p:nvPr/>
            </p:nvSpPr>
            <p:spPr>
              <a:xfrm>
                <a:off x="8024400" y="812160"/>
                <a:ext cx="33480" cy="622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62280"/>
                  <a:gd name="textAreaBottom" fmla="*/ 63360 h 6228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18360" rIns="1692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0" name="Freihandform: Form 36"/>
            <p:cNvSpPr/>
            <p:nvPr/>
          </p:nvSpPr>
          <p:spPr>
            <a:xfrm>
              <a:off x="8106480" y="817920"/>
              <a:ext cx="42480" cy="56880"/>
            </a:xfrm>
            <a:custGeom>
              <a:avLst/>
              <a:gdLst>
                <a:gd name="textAreaLeft" fmla="*/ 0 w 42480"/>
                <a:gd name="textAreaRight" fmla="*/ 43560 w 42480"/>
                <a:gd name="textAreaTop" fmla="*/ 0 h 56880"/>
                <a:gd name="textAreaBottom" fmla="*/ 57960 h 5688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1240" tIns="12960" rIns="21240" bIns="1296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Freihandform: Form 37"/>
            <p:cNvSpPr/>
            <p:nvPr/>
          </p:nvSpPr>
          <p:spPr>
            <a:xfrm>
              <a:off x="8164800" y="834120"/>
              <a:ext cx="35280" cy="42480"/>
            </a:xfrm>
            <a:custGeom>
              <a:avLst/>
              <a:gdLst>
                <a:gd name="textAreaLeft" fmla="*/ 0 w 35280"/>
                <a:gd name="textAreaRight" fmla="*/ 36360 w 35280"/>
                <a:gd name="textAreaTop" fmla="*/ 0 h 42480"/>
                <a:gd name="textAreaBottom" fmla="*/ 43560 h 4248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7640" tIns="-1440" rIns="17640" bIns="-14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8"/>
            <p:cNvSpPr/>
            <p:nvPr/>
          </p:nvSpPr>
          <p:spPr>
            <a:xfrm>
              <a:off x="8213400" y="835200"/>
              <a:ext cx="6120" cy="38880"/>
            </a:xfrm>
            <a:custGeom>
              <a:avLst/>
              <a:gdLst>
                <a:gd name="textAreaLeft" fmla="*/ 0 w 6120"/>
                <a:gd name="textAreaRight" fmla="*/ 7200 w 6120"/>
                <a:gd name="textAreaTop" fmla="*/ 0 h 38880"/>
                <a:gd name="textAreaBottom" fmla="*/ 39960 h 3888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240" tIns="-5040" rIns="3240" bIns="-5040" anchor="ctr">
              <a:noAutofit/>
            </a:bodyPr>
            <a:lstStyle/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3" name="Grafik 9"/>
            <p:cNvGrpSpPr/>
            <p:nvPr/>
          </p:nvGrpSpPr>
          <p:grpSpPr>
            <a:xfrm>
              <a:off x="7741440" y="834120"/>
              <a:ext cx="1049040" cy="180000"/>
              <a:chOff x="7741440" y="834120"/>
              <a:chExt cx="1049040" cy="180000"/>
            </a:xfrm>
          </p:grpSpPr>
          <p:sp>
            <p:nvSpPr>
              <p:cNvPr id="1304" name="Freihandform: Form 40"/>
              <p:cNvSpPr/>
              <p:nvPr/>
            </p:nvSpPr>
            <p:spPr>
              <a:xfrm>
                <a:off x="8236440" y="834120"/>
                <a:ext cx="33480" cy="40680"/>
              </a:xfrm>
              <a:custGeom>
                <a:avLst/>
                <a:gdLst>
                  <a:gd name="textAreaLeft" fmla="*/ 0 w 33480"/>
                  <a:gd name="textAreaRight" fmla="*/ 34560 w 33480"/>
                  <a:gd name="textAreaTop" fmla="*/ 0 h 40680"/>
                  <a:gd name="textAreaBottom" fmla="*/ 41760 h 4068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6920" tIns="-3240" rIns="16920" bIns="-32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1"/>
              <p:cNvSpPr/>
              <p:nvPr/>
            </p:nvSpPr>
            <p:spPr>
              <a:xfrm>
                <a:off x="8284680" y="834120"/>
                <a:ext cx="35280" cy="42480"/>
              </a:xfrm>
              <a:custGeom>
                <a:avLst/>
                <a:gdLst>
                  <a:gd name="textAreaLeft" fmla="*/ 0 w 35280"/>
                  <a:gd name="textAreaRight" fmla="*/ 36360 w 35280"/>
                  <a:gd name="textAreaTop" fmla="*/ 0 h 42480"/>
                  <a:gd name="textAreaBottom" fmla="*/ 43560 h 4248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17640" tIns="-1440" rIns="17640" bIns="-144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2"/>
              <p:cNvSpPr/>
              <p:nvPr/>
            </p:nvSpPr>
            <p:spPr>
              <a:xfrm>
                <a:off x="7741440" y="914040"/>
                <a:ext cx="883440" cy="62280"/>
              </a:xfrm>
              <a:custGeom>
                <a:avLst/>
                <a:gdLst>
                  <a:gd name="textAreaLeft" fmla="*/ 0 w 883440"/>
                  <a:gd name="textAreaRight" fmla="*/ 884520 w 883440"/>
                  <a:gd name="textAreaTop" fmla="*/ 0 h 62280"/>
                  <a:gd name="textAreaBottom" fmla="*/ 63360 h 6228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18360" rIns="90000" bIns="1836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3"/>
              <p:cNvSpPr/>
              <p:nvPr/>
            </p:nvSpPr>
            <p:spPr>
              <a:xfrm>
                <a:off x="8677440" y="915480"/>
                <a:ext cx="113040" cy="98640"/>
              </a:xfrm>
              <a:custGeom>
                <a:avLst/>
                <a:gdLst>
                  <a:gd name="textAreaLeft" fmla="*/ 0 w 113040"/>
                  <a:gd name="textAreaRight" fmla="*/ 114120 w 113040"/>
                  <a:gd name="textAreaTop" fmla="*/ 0 h 98640"/>
                  <a:gd name="textAreaBottom" fmla="*/ 99720 h 9864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56520" tIns="45000" rIns="56520" bIns="45000" anchor="ctr">
                <a:noAutofit/>
              </a:bodyPr>
              <a:lstStyle/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8" name="Freihandform: Form 44"/>
          <p:cNvSpPr/>
          <p:nvPr/>
        </p:nvSpPr>
        <p:spPr>
          <a:xfrm>
            <a:off x="-5040" y="407880"/>
            <a:ext cx="336240" cy="293760"/>
          </a:xfrm>
          <a:custGeom>
            <a:avLst/>
            <a:gdLst>
              <a:gd name="textAreaLeft" fmla="*/ 0 w 336240"/>
              <a:gd name="textAreaRight" fmla="*/ 337320 w 336240"/>
              <a:gd name="textAreaTop" fmla="*/ 0 h 293760"/>
              <a:gd name="textAreaBottom" fmla="*/ 294840 h 29376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</a:p>
        </p:txBody>
      </p:sp>
      <p:sp>
        <p:nvSpPr>
          <p:cNvPr id="1310" name="PlaceHolder 2"/>
          <p:cNvSpPr>
            <a:spLocks noGrp="1"/>
          </p:cNvSpPr>
          <p:nvPr>
            <p:ph type="ftr" idx="52"/>
          </p:nvPr>
        </p:nvSpPr>
        <p:spPr>
          <a:xfrm>
            <a:off x="628560" y="4975560"/>
            <a:ext cx="712872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</a:p>
        </p:txBody>
      </p:sp>
      <p:sp>
        <p:nvSpPr>
          <p:cNvPr id="1311" name="PlaceHolder 3"/>
          <p:cNvSpPr>
            <a:spLocks noGrp="1"/>
          </p:cNvSpPr>
          <p:nvPr>
            <p:ph type="sldNum" idx="53"/>
          </p:nvPr>
        </p:nvSpPr>
        <p:spPr>
          <a:xfrm>
            <a:off x="35640" y="4975560"/>
            <a:ext cx="336240" cy="14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78FE06BD-3303-47B0-B6EF-343640CDF1D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‹#›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4"/>
          <p:cNvSpPr>
            <a:spLocks noGrp="1"/>
          </p:cNvSpPr>
          <p:nvPr>
            <p:ph type="body"/>
          </p:nvPr>
        </p:nvSpPr>
        <p:spPr>
          <a:xfrm>
            <a:off x="0" y="1422360"/>
            <a:ext cx="9142920" cy="3491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000" cy="323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7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PlaceHolder 1"/>
          <p:cNvSpPr>
            <a:spLocks noGrp="1"/>
          </p:cNvSpPr>
          <p:nvPr>
            <p:ph type="title"/>
          </p:nvPr>
        </p:nvSpPr>
        <p:spPr>
          <a:xfrm>
            <a:off x="3654360" y="2286720"/>
            <a:ext cx="4948920" cy="1068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Isolation and Protection in Operating Systems</a:t>
            </a:r>
            <a:br>
              <a:rPr sz="3600"/>
            </a:br>
            <a:br>
              <a:rPr sz="3600"/>
            </a:br>
            <a:r>
              <a:rPr lang="de-DE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2. Segmentation and Tasks in x86-64</a:t>
            </a:r>
          </a:p>
        </p:txBody>
      </p:sp>
      <p:sp>
        <p:nvSpPr>
          <p:cNvPr id="1321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399920" cy="6037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2"/>
                </a:solidFill>
                <a:effectLst/>
                <a:uFillTx/>
                <a:latin typeface="Arial"/>
              </a:rPr>
              <a:t>Prof. Dr. Michael </a:t>
            </a:r>
            <a:r>
              <a:rPr lang="en-US" sz="1600" b="0" u="none" strike="noStrike" dirty="0" err="1">
                <a:solidFill>
                  <a:schemeClr val="dk2"/>
                </a:solidFill>
                <a:effectLst/>
                <a:uFillTx/>
                <a:latin typeface="Arial"/>
              </a:rPr>
              <a:t>Schöttner</a:t>
            </a:r>
            <a:endParaRPr lang="en-US" sz="1600" b="0" u="none" strike="noStrike" dirty="0">
              <a:solidFill>
                <a:schemeClr val="dk2"/>
              </a:solidFill>
              <a:effectLst/>
              <a:uFillTx/>
              <a:latin typeface="Arial"/>
            </a:endParaRPr>
          </a:p>
          <a:p>
            <a:pPr>
              <a:spcBef>
                <a:spcPts val="601"/>
              </a:spcBef>
            </a:pPr>
            <a:r>
              <a:rPr lang="en-US" sz="1600" dirty="0"/>
              <a:t>Dr. Fabian Ruhland</a:t>
            </a:r>
            <a:endParaRPr lang="de-DE" sz="1600">
              <a:solidFill>
                <a:srgbClr val="000000"/>
              </a:solidFill>
            </a:endParaRPr>
          </a:p>
          <a:p>
            <a:pPr>
              <a:spcBef>
                <a:spcPts val="601"/>
              </a:spcBef>
            </a:pPr>
            <a:br>
              <a:rPr lang="en-US" sz="1600" dirty="0"/>
            </a:br>
            <a:r>
              <a:rPr lang="en-US" sz="1600" dirty="0" err="1"/>
              <a:t>WiSe</a:t>
            </a:r>
            <a:r>
              <a:rPr lang="en-US" sz="1600" dirty="0"/>
              <a:t> 26/27</a:t>
            </a:r>
            <a:endParaRPr lang="de-DE" sz="1600" dirty="0"/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x86-64: 64-Bit CPU Architecture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3" name="Inhaltsplatzhalter 7"/>
          <p:cNvSpPr/>
          <p:nvPr/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x86-64: Original name of AMD’s 64-bit extension to x86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Sometimes abbreviated as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x64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Later replaced by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AMD64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Intel licensed x86-64 from AMD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Intel 64 is Intel’s own label (for the same architecture)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Minimal differences in instruction set compared to AMD64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Completely different than the own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IA-64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(Itanium) architechture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Fußzeilenplatzhalter 2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76F22679-B760-45BE-9925-EC437A12736B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x86-64: 64-Bit CPU Architecture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6" name="Inhaltsplatzhalter 7"/>
          <p:cNvSpPr/>
          <p:nvPr/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CPU has 16 general purpose registers (all 64 bit wide)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Paging must be enabled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Segmentation strongly restricted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7" name="Fußzeilenplatzhalter 1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15821BB9-6C02-4FB4-B043-404291295A02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x86-64: CPU modes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9" name="Inhaltsplatzhalter 7"/>
          <p:cNvSpPr/>
          <p:nvPr/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Real Mode = 16 bit addressing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Protected Mode = 32 bit addressing (also called IA-32)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Long Mode = 64 Bit addressing (also called IA-32e)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meaning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extension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Used in the Intel manuals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To differentiate against IA-64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(Compatibility Mode)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Supporting Protected Mode applications in Long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0" name="Fußzeilenplatzhalter 3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D122E862-6B06-4B69-9722-33B3A08B8E5A}" type="slidenum">
              <a:rPr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TextBox 3"/>
          <p:cNvSpPr/>
          <p:nvPr/>
        </p:nvSpPr>
        <p:spPr>
          <a:xfrm>
            <a:off x="0" y="4936320"/>
            <a:ext cx="914292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</a:t>
            </a: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: Registers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33" name="Picture 4"/>
          <p:cNvPicPr/>
          <p:nvPr/>
        </p:nvPicPr>
        <p:blipFill>
          <a:blip r:embed="rId3"/>
          <a:srcRect l="1031" b="588"/>
          <a:stretch/>
        </p:blipFill>
        <p:spPr>
          <a:xfrm>
            <a:off x="1115640" y="1154880"/>
            <a:ext cx="6909480" cy="350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4" name="Rectangle 1"/>
          <p:cNvSpPr/>
          <p:nvPr/>
        </p:nvSpPr>
        <p:spPr>
          <a:xfrm>
            <a:off x="6228360" y="4015080"/>
            <a:ext cx="2015280" cy="790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35" name="Fußzeilenplatzhalter 4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FAA12875-4572-4159-A25E-57FD3F2FDDF4}" type="slidenum">
              <a:rPr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TextBox 3"/>
          <p:cNvSpPr/>
          <p:nvPr/>
        </p:nvSpPr>
        <p:spPr>
          <a:xfrm>
            <a:off x="35640" y="4936320"/>
            <a:ext cx="907200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x86-64</a:t>
            </a: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: Registers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38" name="Picture 4"/>
          <p:cNvPicPr/>
          <p:nvPr/>
        </p:nvPicPr>
        <p:blipFill>
          <a:blip r:embed="rId3"/>
          <a:srcRect t="1861"/>
          <a:stretch/>
        </p:blipFill>
        <p:spPr>
          <a:xfrm>
            <a:off x="1328400" y="1134720"/>
            <a:ext cx="6825600" cy="375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9" name="Fußzeilenplatzhalter 5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40B2BBDA-DA1F-434B-B0A5-A738BF556104}" type="slidenum">
              <a:r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32-Bit Segmentation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1" name="Inhaltsplatzhalter 7"/>
          <p:cNvSpPr/>
          <p:nvPr/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segment has a start address and a length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 registers store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 selectors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= Index into the GDT/LDT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LDT was rarely used by operating systems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program (in execution) consists of multiple memory segments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 least CODE, DATA and STACK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Linear address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segment start address + effective address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Effective address = Value in a 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general purpose register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Fußzeilenplatzhalter 6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512CF497-63F2-46D3-8CB3-3E857A9B206D}" type="slidenum">
              <a:rPr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Segmentation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44" name="graphics2"/>
          <p:cNvPicPr/>
          <p:nvPr/>
        </p:nvPicPr>
        <p:blipFill>
          <a:blip r:embed="rId3"/>
          <a:srcRect r="52436"/>
          <a:stretch/>
        </p:blipFill>
        <p:spPr>
          <a:xfrm>
            <a:off x="5508000" y="1632600"/>
            <a:ext cx="3370320" cy="3113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sp>
        <p:nvSpPr>
          <p:cNvPr id="1345" name="Inhaltsplatzhalter 7"/>
          <p:cNvSpPr/>
          <p:nvPr/>
        </p:nvSpPr>
        <p:spPr>
          <a:xfrm>
            <a:off x="521640" y="1206720"/>
            <a:ext cx="809532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16-bit Selectors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Start addresses are ignored in almost all segments,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except FS and GS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limit check; essentially only the ring number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CS remains relevant (= CPL)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6" name="graphics1"/>
          <p:cNvPicPr/>
          <p:nvPr/>
        </p:nvPicPr>
        <p:blipFill>
          <a:blip r:embed="rId4"/>
          <a:srcRect l="46531"/>
          <a:stretch/>
        </p:blipFill>
        <p:spPr>
          <a:xfrm>
            <a:off x="3996000" y="2802960"/>
            <a:ext cx="1551960" cy="2026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sp>
        <p:nvSpPr>
          <p:cNvPr id="1347" name="Fußzeilenplatzhalter 7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56E4A194-5734-4103-8E9B-AC13947F063D}" type="slidenum">
              <a:rPr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9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Goals: 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Protection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against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unauthorized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memory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accesses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and code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execution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Protection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against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kernel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crashes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or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crashes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of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other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processes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Requirements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: Coda and Data...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are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classified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in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regard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to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their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trustability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and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this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classification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enforced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by the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operating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system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with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the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help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of the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process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Fußzeilenplatzhalter 9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D90E2519-534F-4BF6-BBBE-F7010DF4C4E8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 Rings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352" name="Group 23"/>
          <p:cNvGrpSpPr/>
          <p:nvPr/>
        </p:nvGrpSpPr>
        <p:grpSpPr>
          <a:xfrm>
            <a:off x="3996360" y="1495080"/>
            <a:ext cx="3166920" cy="3166920"/>
            <a:chOff x="3996360" y="1495080"/>
            <a:chExt cx="3166920" cy="3166920"/>
          </a:xfrm>
        </p:grpSpPr>
        <p:sp>
          <p:nvSpPr>
            <p:cNvPr id="1353" name="Oval 9"/>
            <p:cNvSpPr/>
            <p:nvPr/>
          </p:nvSpPr>
          <p:spPr>
            <a:xfrm>
              <a:off x="3996360" y="1495080"/>
              <a:ext cx="3166920" cy="3166920"/>
            </a:xfrm>
            <a:prstGeom prst="ellipse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4" name="Oval 8"/>
            <p:cNvSpPr/>
            <p:nvPr/>
          </p:nvSpPr>
          <p:spPr>
            <a:xfrm>
              <a:off x="4428360" y="1971720"/>
              <a:ext cx="2303280" cy="225864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5" name="Oval 21"/>
            <p:cNvSpPr/>
            <p:nvPr/>
          </p:nvSpPr>
          <p:spPr>
            <a:xfrm>
              <a:off x="4788360" y="2287080"/>
              <a:ext cx="1582920" cy="158292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6" name="Oval 22"/>
            <p:cNvSpPr/>
            <p:nvPr/>
          </p:nvSpPr>
          <p:spPr>
            <a:xfrm>
              <a:off x="5108400" y="2607120"/>
              <a:ext cx="943560" cy="943560"/>
            </a:xfrm>
            <a:prstGeom prst="ellipse">
              <a:avLst/>
            </a:prstGeom>
            <a:solidFill>
              <a:srgbClr val="E39F9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57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segment descriptor (Code/Data)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has two bits, determining which privilege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level the segment is assigned to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 to four privilege levels possible</a:t>
            </a: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practice, only two are used</a:t>
            </a:r>
          </a:p>
        </p:txBody>
      </p:sp>
      <p:grpSp>
        <p:nvGrpSpPr>
          <p:cNvPr id="1358" name="Group 31"/>
          <p:cNvGrpSpPr/>
          <p:nvPr/>
        </p:nvGrpSpPr>
        <p:grpSpPr>
          <a:xfrm>
            <a:off x="4081320" y="2971080"/>
            <a:ext cx="1620720" cy="214920"/>
            <a:chOff x="4081320" y="2971080"/>
            <a:chExt cx="1620720" cy="214920"/>
          </a:xfrm>
        </p:grpSpPr>
        <p:sp>
          <p:nvSpPr>
            <p:cNvPr id="1359" name="Oval 26"/>
            <p:cNvSpPr/>
            <p:nvPr/>
          </p:nvSpPr>
          <p:spPr>
            <a:xfrm>
              <a:off x="54871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0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0" name="Oval 27"/>
            <p:cNvSpPr/>
            <p:nvPr/>
          </p:nvSpPr>
          <p:spPr>
            <a:xfrm>
              <a:off x="48553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1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1" name="Oval 28"/>
            <p:cNvSpPr/>
            <p:nvPr/>
          </p:nvSpPr>
          <p:spPr>
            <a:xfrm>
              <a:off x="44791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2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2" name="Oval 29"/>
            <p:cNvSpPr/>
            <p:nvPr/>
          </p:nvSpPr>
          <p:spPr>
            <a:xfrm>
              <a:off x="40813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3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63" name="TextBox 34"/>
          <p:cNvSpPr/>
          <p:nvPr/>
        </p:nvSpPr>
        <p:spPr>
          <a:xfrm>
            <a:off x="5364000" y="3215520"/>
            <a:ext cx="460440" cy="20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Daten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TextBox 35"/>
          <p:cNvSpPr/>
          <p:nvPr/>
        </p:nvSpPr>
        <p:spPr>
          <a:xfrm>
            <a:off x="5373360" y="2719440"/>
            <a:ext cx="412560" cy="20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5" name="TextBox 36"/>
          <p:cNvSpPr/>
          <p:nvPr/>
        </p:nvSpPr>
        <p:spPr>
          <a:xfrm>
            <a:off x="5364000" y="3591360"/>
            <a:ext cx="460440" cy="20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Daten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TextBox 37"/>
          <p:cNvSpPr/>
          <p:nvPr/>
        </p:nvSpPr>
        <p:spPr>
          <a:xfrm>
            <a:off x="5364000" y="3951360"/>
            <a:ext cx="460440" cy="20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Daten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TextBox 38"/>
          <p:cNvSpPr/>
          <p:nvPr/>
        </p:nvSpPr>
        <p:spPr>
          <a:xfrm>
            <a:off x="5364000" y="4311360"/>
            <a:ext cx="460440" cy="20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Daten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8" name="TextBox 39"/>
          <p:cNvSpPr/>
          <p:nvPr/>
        </p:nvSpPr>
        <p:spPr>
          <a:xfrm>
            <a:off x="5364000" y="2359080"/>
            <a:ext cx="412560" cy="20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9" name="TextBox 40"/>
          <p:cNvSpPr/>
          <p:nvPr/>
        </p:nvSpPr>
        <p:spPr>
          <a:xfrm>
            <a:off x="5364000" y="2007000"/>
            <a:ext cx="412560" cy="20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0" name="TextBox 41"/>
          <p:cNvSpPr/>
          <p:nvPr/>
        </p:nvSpPr>
        <p:spPr>
          <a:xfrm>
            <a:off x="5364000" y="1638720"/>
            <a:ext cx="412560" cy="20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1" name="Fußzeilenplatzhalter 10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89FC03D0-A35C-4B28-A41D-B58FDF3CFCD3}" type="slidenum">
              <a:rPr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 Rings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373" name="Group 23"/>
          <p:cNvGrpSpPr/>
          <p:nvPr/>
        </p:nvGrpSpPr>
        <p:grpSpPr>
          <a:xfrm>
            <a:off x="3996360" y="1495080"/>
            <a:ext cx="3166920" cy="3166920"/>
            <a:chOff x="3996360" y="1495080"/>
            <a:chExt cx="3166920" cy="3166920"/>
          </a:xfrm>
        </p:grpSpPr>
        <p:sp>
          <p:nvSpPr>
            <p:cNvPr id="1374" name="Oval 9"/>
            <p:cNvSpPr/>
            <p:nvPr/>
          </p:nvSpPr>
          <p:spPr>
            <a:xfrm>
              <a:off x="3996360" y="1495080"/>
              <a:ext cx="3166920" cy="3166920"/>
            </a:xfrm>
            <a:prstGeom prst="ellipse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5" name="Oval 8"/>
            <p:cNvSpPr/>
            <p:nvPr/>
          </p:nvSpPr>
          <p:spPr>
            <a:xfrm>
              <a:off x="4428360" y="1971720"/>
              <a:ext cx="2303280" cy="225864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Oval 21"/>
            <p:cNvSpPr/>
            <p:nvPr/>
          </p:nvSpPr>
          <p:spPr>
            <a:xfrm>
              <a:off x="4788360" y="2287080"/>
              <a:ext cx="1582920" cy="158292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7" name="Oval 22"/>
            <p:cNvSpPr/>
            <p:nvPr/>
          </p:nvSpPr>
          <p:spPr>
            <a:xfrm>
              <a:off x="5108400" y="2607120"/>
              <a:ext cx="943560" cy="943560"/>
            </a:xfrm>
            <a:prstGeom prst="ellipse">
              <a:avLst/>
            </a:prstGeom>
            <a:solidFill>
              <a:srgbClr val="E39F9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78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Smaller ring numbers grant more privileges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Ring 3 is meant for applications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= User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Ring 0 is meant for the OS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= Kernel/Supervisor Mode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79" name="Group 31"/>
          <p:cNvGrpSpPr/>
          <p:nvPr/>
        </p:nvGrpSpPr>
        <p:grpSpPr>
          <a:xfrm>
            <a:off x="4081320" y="2971080"/>
            <a:ext cx="1620720" cy="214920"/>
            <a:chOff x="4081320" y="2971080"/>
            <a:chExt cx="1620720" cy="214920"/>
          </a:xfrm>
        </p:grpSpPr>
        <p:sp>
          <p:nvSpPr>
            <p:cNvPr id="1380" name="Oval 26"/>
            <p:cNvSpPr/>
            <p:nvPr/>
          </p:nvSpPr>
          <p:spPr>
            <a:xfrm>
              <a:off x="54871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0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1" name="Oval 27"/>
            <p:cNvSpPr/>
            <p:nvPr/>
          </p:nvSpPr>
          <p:spPr>
            <a:xfrm>
              <a:off x="48553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1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2" name="Oval 28"/>
            <p:cNvSpPr/>
            <p:nvPr/>
          </p:nvSpPr>
          <p:spPr>
            <a:xfrm>
              <a:off x="44791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2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3" name="Oval 29"/>
            <p:cNvSpPr/>
            <p:nvPr/>
          </p:nvSpPr>
          <p:spPr>
            <a:xfrm>
              <a:off x="40813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3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84" name="TextBox 2"/>
          <p:cNvSpPr/>
          <p:nvPr/>
        </p:nvSpPr>
        <p:spPr>
          <a:xfrm>
            <a:off x="5464800" y="2707200"/>
            <a:ext cx="246600" cy="205560"/>
          </a:xfrm>
          <a:prstGeom prst="rect">
            <a:avLst/>
          </a:prstGeom>
          <a:solidFill>
            <a:srgbClr val="B3B5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TextBox 4"/>
          <p:cNvSpPr/>
          <p:nvPr/>
        </p:nvSpPr>
        <p:spPr>
          <a:xfrm>
            <a:off x="5186160" y="1695240"/>
            <a:ext cx="835200" cy="205200"/>
          </a:xfrm>
          <a:prstGeom prst="rect">
            <a:avLst/>
          </a:prstGeom>
          <a:solidFill>
            <a:srgbClr val="B3B5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Application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Fußzeilenplatzhalter 11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426C4C82-8508-4BC9-8925-94FCC052D72C}" type="slidenum">
              <a:rPr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Protection Rings and Gates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388" name="Group 23"/>
          <p:cNvGrpSpPr/>
          <p:nvPr/>
        </p:nvGrpSpPr>
        <p:grpSpPr>
          <a:xfrm>
            <a:off x="3996360" y="1495080"/>
            <a:ext cx="3166920" cy="3166920"/>
            <a:chOff x="3996360" y="1495080"/>
            <a:chExt cx="3166920" cy="3166920"/>
          </a:xfrm>
        </p:grpSpPr>
        <p:sp>
          <p:nvSpPr>
            <p:cNvPr id="1389" name="Oval 9"/>
            <p:cNvSpPr/>
            <p:nvPr/>
          </p:nvSpPr>
          <p:spPr>
            <a:xfrm>
              <a:off x="3996360" y="1495080"/>
              <a:ext cx="3166920" cy="3166920"/>
            </a:xfrm>
            <a:prstGeom prst="ellipse">
              <a:avLst/>
            </a:prstGeom>
            <a:solidFill>
              <a:srgbClr val="FFFFB3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0" name="Oval 8"/>
            <p:cNvSpPr/>
            <p:nvPr/>
          </p:nvSpPr>
          <p:spPr>
            <a:xfrm>
              <a:off x="4428360" y="1971720"/>
              <a:ext cx="2303280" cy="2258640"/>
            </a:xfrm>
            <a:prstGeom prst="ellipse">
              <a:avLst/>
            </a:prstGeom>
            <a:solidFill>
              <a:schemeClr val="bg2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1" name="Oval 21"/>
            <p:cNvSpPr/>
            <p:nvPr/>
          </p:nvSpPr>
          <p:spPr>
            <a:xfrm>
              <a:off x="4788360" y="2287080"/>
              <a:ext cx="1582920" cy="158292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2" name="Oval 22"/>
            <p:cNvSpPr/>
            <p:nvPr/>
          </p:nvSpPr>
          <p:spPr>
            <a:xfrm>
              <a:off x="5108400" y="2607120"/>
              <a:ext cx="943560" cy="943560"/>
            </a:xfrm>
            <a:prstGeom prst="ellipse">
              <a:avLst/>
            </a:prstGeom>
            <a:solidFill>
              <a:srgbClr val="E39F9F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DE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93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Accessing memory of an inner ring is forbidden and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such accesses are prohibited by the MMU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General Protection Fault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 of an inner ring can only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 </a:t>
            </a: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called via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Gates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Allow direct calls from ring 3</a:t>
            </a:r>
            <a:br>
              <a:rPr sz="1400"/>
            </a:b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ring 0</a:t>
            </a: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accesses and calls</a:t>
            </a:r>
            <a:br>
              <a:rPr sz="1600"/>
            </a:br>
            <a:r>
              <a:rPr lang="de-DE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outer rings are always allowed</a:t>
            </a:r>
          </a:p>
        </p:txBody>
      </p:sp>
      <p:grpSp>
        <p:nvGrpSpPr>
          <p:cNvPr id="1394" name="Group 31"/>
          <p:cNvGrpSpPr/>
          <p:nvPr/>
        </p:nvGrpSpPr>
        <p:grpSpPr>
          <a:xfrm>
            <a:off x="4081320" y="2971080"/>
            <a:ext cx="1620720" cy="214920"/>
            <a:chOff x="4081320" y="2971080"/>
            <a:chExt cx="1620720" cy="214920"/>
          </a:xfrm>
        </p:grpSpPr>
        <p:sp>
          <p:nvSpPr>
            <p:cNvPr id="1395" name="Oval 26"/>
            <p:cNvSpPr/>
            <p:nvPr/>
          </p:nvSpPr>
          <p:spPr>
            <a:xfrm>
              <a:off x="54871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0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6" name="Oval 27"/>
            <p:cNvSpPr/>
            <p:nvPr/>
          </p:nvSpPr>
          <p:spPr>
            <a:xfrm>
              <a:off x="48553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1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7" name="Oval 28"/>
            <p:cNvSpPr/>
            <p:nvPr/>
          </p:nvSpPr>
          <p:spPr>
            <a:xfrm>
              <a:off x="44791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2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8" name="Oval 29"/>
            <p:cNvSpPr/>
            <p:nvPr/>
          </p:nvSpPr>
          <p:spPr>
            <a:xfrm>
              <a:off x="4081320" y="2971080"/>
              <a:ext cx="214920" cy="21492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3</a:t>
              </a:r>
              <a:endParaRPr lang="de-DE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99" name="Circular Arrow 5"/>
          <p:cNvSpPr/>
          <p:nvPr/>
        </p:nvSpPr>
        <p:spPr>
          <a:xfrm rot="8845200">
            <a:off x="5619240" y="2278080"/>
            <a:ext cx="1366920" cy="1150920"/>
          </a:xfrm>
          <a:prstGeom prst="circularArrow">
            <a:avLst>
              <a:gd name="adj1" fmla="val 8530"/>
              <a:gd name="adj2" fmla="val 934561"/>
              <a:gd name="adj3" fmla="val 20796558"/>
              <a:gd name="adj4" fmla="val 11575910"/>
              <a:gd name="adj5" fmla="val 9938"/>
            </a:avLst>
          </a:prstGeom>
          <a:solidFill>
            <a:srgbClr val="00FA00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0" name="Block Arc 3"/>
          <p:cNvSpPr/>
          <p:nvPr/>
        </p:nvSpPr>
        <p:spPr>
          <a:xfrm>
            <a:off x="5815080" y="2771280"/>
            <a:ext cx="1204200" cy="558720"/>
          </a:xfrm>
          <a:prstGeom prst="blockArc">
            <a:avLst>
              <a:gd name="adj1" fmla="val 10768193"/>
              <a:gd name="adj2" fmla="val 21482835"/>
              <a:gd name="adj3" fmla="val 19968"/>
            </a:avLst>
          </a:prstGeom>
          <a:solidFill>
            <a:srgbClr val="B3B5FF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01" name="Straight Connector 10"/>
          <p:cNvCxnSpPr/>
          <p:nvPr/>
        </p:nvCxnSpPr>
        <p:spPr>
          <a:xfrm flipV="1">
            <a:off x="6444000" y="1476720"/>
            <a:ext cx="361080" cy="1378440"/>
          </a:xfrm>
          <a:prstGeom prst="straightConnector1">
            <a:avLst/>
          </a:prstGeom>
          <a:ln w="12700">
            <a:solidFill>
              <a:srgbClr val="000000"/>
            </a:solidFill>
            <a:round/>
          </a:ln>
        </p:spPr>
      </p:cxnSp>
      <p:sp>
        <p:nvSpPr>
          <p:cNvPr id="1402" name="TextBox 14"/>
          <p:cNvSpPr/>
          <p:nvPr/>
        </p:nvSpPr>
        <p:spPr>
          <a:xfrm>
            <a:off x="6800040" y="1324800"/>
            <a:ext cx="558720" cy="29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Gate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Right Arrow 15"/>
          <p:cNvSpPr/>
          <p:nvPr/>
        </p:nvSpPr>
        <p:spPr>
          <a:xfrm rot="6903600">
            <a:off x="4748040" y="3717720"/>
            <a:ext cx="1087200" cy="236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FA00"/>
          </a:solidFill>
          <a:ln w="952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04" name="Fußzeilenplatzhalter 12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B1495774-9021-49A2-B60D-1D7117E73A0C}" type="slidenum">
              <a:rPr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 dirty="0">
                <a:solidFill>
                  <a:srgbClr val="00669F"/>
                </a:solidFill>
                <a:effectLst/>
                <a:uFillTx/>
                <a:latin typeface="Arial"/>
              </a:rPr>
              <a:t>Segment </a:t>
            </a:r>
            <a:r>
              <a:rPr lang="en-GB" sz="2700" b="0" u="none" strike="noStrike" dirty="0" err="1">
                <a:solidFill>
                  <a:srgbClr val="00669F"/>
                </a:solidFill>
                <a:effectLst/>
                <a:uFillTx/>
                <a:latin typeface="Arial"/>
              </a:rPr>
              <a:t>Deskriptors</a:t>
            </a:r>
            <a:endParaRPr lang="en-GB" sz="2700" b="0" u="none" strike="noStrike" dirty="0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6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Are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entries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in the Global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Descriptor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Table (GDT) and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allow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code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protection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(IA-32: additional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protection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via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limit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(= end of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segment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))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8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byte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per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entry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exception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: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system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segments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use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16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byte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in x86_64)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7" name="Picture 1"/>
          <p:cNvPicPr/>
          <p:nvPr/>
        </p:nvPicPr>
        <p:blipFill>
          <a:blip r:embed="rId3"/>
          <a:stretch/>
        </p:blipFill>
        <p:spPr>
          <a:xfrm>
            <a:off x="1614600" y="2223360"/>
            <a:ext cx="6547320" cy="264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8" name="TextBox 2"/>
          <p:cNvSpPr/>
          <p:nvPr/>
        </p:nvSpPr>
        <p:spPr>
          <a:xfrm>
            <a:off x="2803320" y="4936320"/>
            <a:ext cx="4575960" cy="22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Bild von Volkmar Sieh / Daniel Lohmann, Uni Erlangen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Rectangle 4"/>
          <p:cNvSpPr/>
          <p:nvPr/>
        </p:nvSpPr>
        <p:spPr>
          <a:xfrm>
            <a:off x="7281360" y="4447080"/>
            <a:ext cx="1105920" cy="35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10" name="Rectangular Callout 3"/>
          <p:cNvSpPr/>
          <p:nvPr/>
        </p:nvSpPr>
        <p:spPr>
          <a:xfrm>
            <a:off x="6448680" y="2791080"/>
            <a:ext cx="1794600" cy="1078920"/>
          </a:xfrm>
          <a:prstGeom prst="wedgeRectCallout">
            <a:avLst>
              <a:gd name="adj1" fmla="val -27997"/>
              <a:gd name="adj2" fmla="val 38719"/>
            </a:avLst>
          </a:prstGeom>
          <a:solidFill>
            <a:schemeClr val="bg1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TYPE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Code/Data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Read/Write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Non-/Conforming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Rectangular Callout 5"/>
          <p:cNvSpPr/>
          <p:nvPr/>
        </p:nvSpPr>
        <p:spPr>
          <a:xfrm>
            <a:off x="126000" y="4011120"/>
            <a:ext cx="1348560" cy="755280"/>
          </a:xfrm>
          <a:prstGeom prst="wedgeRectCallout">
            <a:avLst>
              <a:gd name="adj1" fmla="val -27997"/>
              <a:gd name="adj2" fmla="val 38719"/>
            </a:avLst>
          </a:prstGeom>
          <a:solidFill>
            <a:schemeClr val="bg1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686160">
              <a:lnSpc>
                <a:spcPct val="100000"/>
              </a:lnSpc>
            </a:pP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System Segments</a:t>
            </a:r>
            <a:br>
              <a:rPr sz="1200" dirty="0"/>
            </a:b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(Call Gate, Task </a:t>
            </a:r>
            <a:br>
              <a:rPr sz="1200" dirty="0"/>
            </a:b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State Segment)</a:t>
            </a:r>
            <a:endParaRPr lang="de-DE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Rectangular Callout 7"/>
          <p:cNvSpPr/>
          <p:nvPr/>
        </p:nvSpPr>
        <p:spPr>
          <a:xfrm>
            <a:off x="1619640" y="4011120"/>
            <a:ext cx="3167280" cy="866880"/>
          </a:xfrm>
          <a:prstGeom prst="wedgeRectCallout">
            <a:avLst>
              <a:gd name="adj1" fmla="val -27997"/>
              <a:gd name="adj2" fmla="val 38719"/>
            </a:avLst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" tIns="36000" rIns="36000" bIns="3600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P 	Present Bit</a:t>
            </a:r>
            <a:br>
              <a:rPr sz="1400"/>
            </a:br>
            <a:r>
              <a:rPr lang="de-DE" sz="1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 DPL 	Descriptor Privilege Level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 S 	System Segment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Fußzeilenplatzhalter 13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103E7A93-B297-476F-9141-B9580AD568B8}" type="slidenum">
              <a:rPr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Segment Selectors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5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Stored in 16-bit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 Registers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Consist of an index into the GDT (13 bit)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the requested privilege level (RPL)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Privilege Level Abbreviations: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Requested Privilege Level (RPL) in a segment register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Descriptor Privilege Level (DPL) in the correspoding descriptor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Current Privilege Level (CPL) in the current value of the code segment register (bits 0 and 1)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IOPL (2 bits) in FLAGS register: Determine the required privilege level to execute I/O instructions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RPL &gt; CPL the RPL is used → Privilege level can only be weakened by the RPL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6" name="Picture 1415"/>
          <p:cNvPicPr/>
          <p:nvPr/>
        </p:nvPicPr>
        <p:blipFill>
          <a:blip r:embed="rId3"/>
          <a:stretch/>
        </p:blipFill>
        <p:spPr>
          <a:xfrm>
            <a:off x="4576320" y="1291320"/>
            <a:ext cx="4393800" cy="104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7" name="Fußzeilenplatzhalter 14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973698FA-7435-4BF3-9F43-F746E02A05B9}" type="slidenum">
              <a:rPr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Global Descriptor Table (GDT)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9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Only one for the whole OS (independent from the number of cores)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Global Descriptor Table Register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(GDTR) points to the GDT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Typical GDT (also in HeineOS) →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DPL = 0: Ring 0 (kernel mode)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DPL = 3: Ring 3 (user mode)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mov ds, 16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would trigger a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General Protection Fault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executed in user mode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TSSD: See next slides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Rectangle 4"/>
          <p:cNvSpPr/>
          <p:nvPr/>
        </p:nvSpPr>
        <p:spPr>
          <a:xfrm>
            <a:off x="7281360" y="4447080"/>
            <a:ext cx="1105920" cy="358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1" name="Rectangle 8"/>
          <p:cNvSpPr/>
          <p:nvPr/>
        </p:nvSpPr>
        <p:spPr>
          <a:xfrm>
            <a:off x="7910280" y="2204640"/>
            <a:ext cx="614160" cy="148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2" name="Rectangle 9"/>
          <p:cNvSpPr/>
          <p:nvPr/>
        </p:nvSpPr>
        <p:spPr>
          <a:xfrm>
            <a:off x="7448400" y="1854360"/>
            <a:ext cx="1154880" cy="248148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23" name="TextBox 10"/>
          <p:cNvSpPr/>
          <p:nvPr/>
        </p:nvSpPr>
        <p:spPr>
          <a:xfrm>
            <a:off x="7448400" y="1566720"/>
            <a:ext cx="115488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GDT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TextBox 11"/>
          <p:cNvSpPr/>
          <p:nvPr/>
        </p:nvSpPr>
        <p:spPr>
          <a:xfrm>
            <a:off x="7448400" y="4110480"/>
            <a:ext cx="1154880" cy="225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null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TextBox 14"/>
          <p:cNvSpPr/>
          <p:nvPr/>
        </p:nvSpPr>
        <p:spPr>
          <a:xfrm>
            <a:off x="7448400" y="3882600"/>
            <a:ext cx="1154880" cy="225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Code, DPL=0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TextBox 15"/>
          <p:cNvSpPr/>
          <p:nvPr/>
        </p:nvSpPr>
        <p:spPr>
          <a:xfrm>
            <a:off x="7448400" y="3655080"/>
            <a:ext cx="1154880" cy="225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Data, DPL=0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7" name="TextBox 16"/>
          <p:cNvSpPr/>
          <p:nvPr/>
        </p:nvSpPr>
        <p:spPr>
          <a:xfrm>
            <a:off x="7448400" y="3425040"/>
            <a:ext cx="1154880" cy="225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Code, DPL=3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TextBox 17"/>
          <p:cNvSpPr/>
          <p:nvPr/>
        </p:nvSpPr>
        <p:spPr>
          <a:xfrm>
            <a:off x="7448400" y="3197520"/>
            <a:ext cx="1154880" cy="225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Data, DPL=3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TextBox 18"/>
          <p:cNvSpPr/>
          <p:nvPr/>
        </p:nvSpPr>
        <p:spPr>
          <a:xfrm>
            <a:off x="6892560" y="3793320"/>
            <a:ext cx="554400" cy="22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 algn="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TextBox 19"/>
          <p:cNvSpPr/>
          <p:nvPr/>
        </p:nvSpPr>
        <p:spPr>
          <a:xfrm>
            <a:off x="6892560" y="4004640"/>
            <a:ext cx="554400" cy="22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 algn="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TextBox 20"/>
          <p:cNvSpPr/>
          <p:nvPr/>
        </p:nvSpPr>
        <p:spPr>
          <a:xfrm>
            <a:off x="6892560" y="4223520"/>
            <a:ext cx="554400" cy="22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 algn="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TextBox 21"/>
          <p:cNvSpPr/>
          <p:nvPr/>
        </p:nvSpPr>
        <p:spPr>
          <a:xfrm>
            <a:off x="6892560" y="3538440"/>
            <a:ext cx="554400" cy="22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 algn="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24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TextBox 22"/>
          <p:cNvSpPr/>
          <p:nvPr/>
        </p:nvSpPr>
        <p:spPr>
          <a:xfrm>
            <a:off x="6892560" y="3313440"/>
            <a:ext cx="554400" cy="22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36000" rIns="36000" bIns="36000" anchor="t">
            <a:spAutoFit/>
          </a:bodyPr>
          <a:lstStyle/>
          <a:p>
            <a:pPr algn="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32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34" name="Straight Arrow Connector 23"/>
          <p:cNvCxnSpPr>
            <a:endCxn id="1424" idx="2"/>
          </p:cNvCxnSpPr>
          <p:nvPr/>
        </p:nvCxnSpPr>
        <p:spPr>
          <a:xfrm flipH="1" flipV="1">
            <a:off x="8025840" y="4335840"/>
            <a:ext cx="720" cy="267480"/>
          </a:xfrm>
          <a:prstGeom prst="straightConnector1">
            <a:avLst/>
          </a:prstGeom>
          <a:ln w="9525">
            <a:solidFill>
              <a:srgbClr val="000000"/>
            </a:solidFill>
            <a:round/>
            <a:tailEnd type="triangle" w="med" len="med"/>
          </a:ln>
        </p:spPr>
      </p:cxnSp>
      <p:sp>
        <p:nvSpPr>
          <p:cNvPr id="1435" name="TextBox 24"/>
          <p:cNvSpPr/>
          <p:nvPr/>
        </p:nvSpPr>
        <p:spPr>
          <a:xfrm>
            <a:off x="7448400" y="4577040"/>
            <a:ext cx="1154880" cy="24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GDTR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TextBox 1"/>
          <p:cNvSpPr/>
          <p:nvPr/>
        </p:nvSpPr>
        <p:spPr>
          <a:xfrm>
            <a:off x="7448400" y="2823840"/>
            <a:ext cx="1154880" cy="3708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00" tIns="76680" rIns="36000" bIns="7668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US" sz="1000" b="0" u="none" strike="noStrike">
                <a:solidFill>
                  <a:srgbClr val="0432FF"/>
                </a:solidFill>
                <a:effectLst/>
                <a:uFillTx/>
                <a:latin typeface="Arial"/>
              </a:rPr>
              <a:t>TSSD, DPL=0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Fußzeilenplatzhalter 15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B60CE0A8-D410-4251-998A-979068EC464D}" type="slidenum">
              <a:rPr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Preview: Protection via Paging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39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0" name="Inhaltsplatzhalter 7"/>
          <p:cNvSpPr/>
          <p:nvPr/>
        </p:nvSpPr>
        <p:spPr>
          <a:xfrm>
            <a:off x="539640" y="117108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Long Mode the base address and limit of segments is ignored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Segmentation can no longer restrict memory acceses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Memory protection is done via Paging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We can allow/forbid user mode access for each 4 KiB page independently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Paging allows acces mode restrictions: read only, no execute, etc.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Paging is discussed in more detail in a later lecture (when we implement it)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1" name="Fußzeilenplatzhalter 16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941BC4EB-05B3-4D39-AB4D-B95E40E5B8EE}" type="slidenum">
              <a:rPr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 dirty="0">
                <a:solidFill>
                  <a:srgbClr val="00669F"/>
                </a:solidFill>
                <a:effectLst/>
                <a:uFillTx/>
                <a:latin typeface="Arial"/>
              </a:rPr>
              <a:t>Task State Segment (TSS)</a:t>
            </a:r>
            <a:endParaRPr lang="en-GB" sz="2700" b="0" u="none" strike="noStrike" dirty="0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3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We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need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on TSS per CPU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core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to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use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kernel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/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user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mode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TSS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location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described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by a TSS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descriptor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in the GDT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The TSS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descriptor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referenced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by the </a:t>
            </a:r>
            <a:r>
              <a:rPr lang="de-DE" sz="1400" b="0" i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Task Register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(TR)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 32-Bit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Protected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Mode the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state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of a CPU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core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(all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registers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etc.)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could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stored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inside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TSS (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used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for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hardware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supported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switching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br>
              <a:rPr sz="1600" dirty="0"/>
            </a:b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→ Was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rarely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used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and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thus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abandoned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in Long Mode</a:t>
            </a: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 Long Mode the TSS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only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store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Stacks and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optionally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the I/O Permission Bitmap </a:t>
            </a:r>
            <a:b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</a:b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see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next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slide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Fußzeilenplatzhalter 17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23E34C59-C65C-4C86-8510-8AFA9C6FCD55}" type="slidenum">
              <a:r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TSS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6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IST = Interrupt Stack Table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Allows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separate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stacks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for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interrupt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handlers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(optional)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IST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number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can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be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specified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in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entries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inside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the</a:t>
            </a:r>
            <a:br>
              <a:rPr sz="1400" dirty="0"/>
            </a:b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Interrupt-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Descriptor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Table (IDT)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RSP0, RSP1, RSP2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Stack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pointer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für rings 0 to 2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When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the ring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changes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the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stack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is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switched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and the</a:t>
            </a:r>
            <a:br>
              <a:rPr sz="1400" dirty="0"/>
            </a:b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CPU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core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finds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the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right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stack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pointer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in the TSS</a:t>
            </a: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Most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operating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systems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only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use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two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rings (0 and 3)</a:t>
            </a:r>
            <a:br>
              <a:rPr sz="1400" dirty="0"/>
            </a:b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so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that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only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RSP0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is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relevant (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applies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to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HeineOS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too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RSP3? 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Missing? →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it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is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automatically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stored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on the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stack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</a:b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during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ring change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through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call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gate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or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</a:b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interrupt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gate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(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see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later</a:t>
            </a:r>
            <a:r>
              <a: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7" name="Picture 2"/>
          <p:cNvPicPr/>
          <p:nvPr/>
        </p:nvPicPr>
        <p:blipFill>
          <a:blip r:embed="rId3"/>
          <a:stretch/>
        </p:blipFill>
        <p:spPr>
          <a:xfrm>
            <a:off x="5535622" y="1112090"/>
            <a:ext cx="3492000" cy="370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8" name="TextBox 3"/>
          <p:cNvSpPr/>
          <p:nvPr/>
        </p:nvSpPr>
        <p:spPr>
          <a:xfrm>
            <a:off x="5652000" y="4936320"/>
            <a:ext cx="2447280" cy="22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Bild von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Fußzeilenplatzhalter 18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572C5C06-D018-4CB6-9E9D-1C67DA2238A2}" type="slidenum">
              <a:rPr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I/O-Permission Bitmap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1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Access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protection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for I/O-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ports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only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little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relevance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nowadays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I/O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privilege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level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(IOPL)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represented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by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two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bits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inside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the RFLAGS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register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Port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access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granted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if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CPL ≤ IOPL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Otherwise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the I/O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permission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bitmap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used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One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bit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for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each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port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;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if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a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bit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is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set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access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is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denied</a:t>
            </a:r>
            <a:endParaRPr lang="de-DE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Access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protection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for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memory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mapped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I/O via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page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tables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2" name="Picture 1"/>
          <p:cNvPicPr/>
          <p:nvPr/>
        </p:nvPicPr>
        <p:blipFill>
          <a:blip r:embed="rId3"/>
          <a:srcRect r="570"/>
          <a:stretch/>
        </p:blipFill>
        <p:spPr>
          <a:xfrm>
            <a:off x="1512720" y="2917767"/>
            <a:ext cx="6243840" cy="1960233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3" name="Rectangle 3"/>
          <p:cNvSpPr/>
          <p:nvPr/>
        </p:nvSpPr>
        <p:spPr>
          <a:xfrm>
            <a:off x="7353360" y="4375080"/>
            <a:ext cx="529920" cy="329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4" name="Rectangle 4"/>
          <p:cNvSpPr/>
          <p:nvPr/>
        </p:nvSpPr>
        <p:spPr>
          <a:xfrm>
            <a:off x="1301400" y="4506840"/>
            <a:ext cx="1871280" cy="366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5" name="TextBox 5"/>
          <p:cNvSpPr/>
          <p:nvPr/>
        </p:nvSpPr>
        <p:spPr>
          <a:xfrm>
            <a:off x="3420000" y="4936320"/>
            <a:ext cx="4679280" cy="22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Horst Schirmeier, TU Dresden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6" name="Rectangle 2"/>
          <p:cNvSpPr/>
          <p:nvPr/>
        </p:nvSpPr>
        <p:spPr>
          <a:xfrm>
            <a:off x="1331640" y="4663080"/>
            <a:ext cx="502920" cy="25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7" name="Rectangle 7"/>
          <p:cNvSpPr/>
          <p:nvPr/>
        </p:nvSpPr>
        <p:spPr>
          <a:xfrm>
            <a:off x="7208739" y="4616280"/>
            <a:ext cx="502920" cy="25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8" name="Fußzeilenplatzhalter 19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9C5A54B0-597C-4321-A81E-89F6169AB882}" type="slidenum">
              <a:rPr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Long Mode: Task Switch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0" name="Inhaltsplatzhalter 7"/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Task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switching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is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done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in the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kernel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triggered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by the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timer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interrupt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All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registers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are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stored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on the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stack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of the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current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thread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This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the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kernel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stack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as the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interrupt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caused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a switch to ring 0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Additionally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all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values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of the TSS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are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stored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on the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stack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except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RSP0)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8200" lvl="2" indent="-26676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(In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HeineOS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we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do not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store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any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TSS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values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as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we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only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2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use</a:t>
            </a:r>
            <a:r>
              <a:rPr lang="de-DE" sz="12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RSP0)</a:t>
            </a:r>
            <a:endParaRPr lang="de-DE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Finally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, RSP0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saved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in the 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Courier New"/>
              </a:rPr>
              <a:t>Thread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structure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residing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in the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kernel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heap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The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state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of the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next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thread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can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be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accessed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loading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the RSP0 </a:t>
            </a:r>
            <a:b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</a:b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from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its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Thread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structure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Rectangle 3"/>
          <p:cNvSpPr/>
          <p:nvPr/>
        </p:nvSpPr>
        <p:spPr>
          <a:xfrm>
            <a:off x="7353360" y="4375080"/>
            <a:ext cx="529920" cy="329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62" name="Rectangle 2"/>
          <p:cNvSpPr/>
          <p:nvPr/>
        </p:nvSpPr>
        <p:spPr>
          <a:xfrm>
            <a:off x="1331640" y="4663080"/>
            <a:ext cx="502920" cy="25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63" name="Fußzeilenplatzhalter 20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E3D91AB5-DF69-4061-974D-B2512E3BAED7}" type="slidenum">
              <a:rPr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64716-73DF-EDA2-F721-F01C3B62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PlaceHolder 1">
            <a:extLst>
              <a:ext uri="{FF2B5EF4-FFF2-40B4-BE49-F238E27FC236}">
                <a16:creationId xmlns:a16="http://schemas.microsoft.com/office/drawing/2014/main" id="{59810484-68FE-609B-D857-421C48299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GB" dirty="0">
                <a:solidFill>
                  <a:srgbClr val="00669F"/>
                </a:solidFill>
              </a:rPr>
              <a:t>Task State Segment Descriptor (TSSD)</a:t>
            </a:r>
            <a:endParaRPr lang="en-GB" sz="2700" b="0" u="none" strike="noStrike" dirty="0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1" name="Inhaltsplatzhalter 7">
            <a:extLst>
              <a:ext uri="{FF2B5EF4-FFF2-40B4-BE49-F238E27FC236}">
                <a16:creationId xmlns:a16="http://schemas.microsoft.com/office/drawing/2014/main" id="{2E593E84-D743-A9E1-A508-DD7F3F3CC0D3}"/>
              </a:ext>
            </a:extLst>
          </p:cNvPr>
          <p:cNvSpPr/>
          <p:nvPr/>
        </p:nvSpPr>
        <p:spPr>
          <a:xfrm>
            <a:off x="521640" y="1206720"/>
            <a:ext cx="829800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Stored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in GDT</a:t>
            </a: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One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entry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per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core</a:t>
            </a:r>
            <a:endParaRPr lang="de-DE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Rectangle 3">
            <a:extLst>
              <a:ext uri="{FF2B5EF4-FFF2-40B4-BE49-F238E27FC236}">
                <a16:creationId xmlns:a16="http://schemas.microsoft.com/office/drawing/2014/main" id="{A47AECC3-B393-B2C0-0E1E-1A0480E4491B}"/>
              </a:ext>
            </a:extLst>
          </p:cNvPr>
          <p:cNvSpPr/>
          <p:nvPr/>
        </p:nvSpPr>
        <p:spPr>
          <a:xfrm>
            <a:off x="7353360" y="4375080"/>
            <a:ext cx="529920" cy="329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4" name="Rectangle 4">
            <a:extLst>
              <a:ext uri="{FF2B5EF4-FFF2-40B4-BE49-F238E27FC236}">
                <a16:creationId xmlns:a16="http://schemas.microsoft.com/office/drawing/2014/main" id="{3AF45B78-205B-386C-2587-C2A5745B9516}"/>
              </a:ext>
            </a:extLst>
          </p:cNvPr>
          <p:cNvSpPr/>
          <p:nvPr/>
        </p:nvSpPr>
        <p:spPr>
          <a:xfrm>
            <a:off x="1301400" y="4506840"/>
            <a:ext cx="1871280" cy="366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6" name="Rectangle 2">
            <a:extLst>
              <a:ext uri="{FF2B5EF4-FFF2-40B4-BE49-F238E27FC236}">
                <a16:creationId xmlns:a16="http://schemas.microsoft.com/office/drawing/2014/main" id="{6AC06955-DB69-9534-401A-98340A085673}"/>
              </a:ext>
            </a:extLst>
          </p:cNvPr>
          <p:cNvSpPr/>
          <p:nvPr/>
        </p:nvSpPr>
        <p:spPr>
          <a:xfrm>
            <a:off x="1331640" y="4663080"/>
            <a:ext cx="502920" cy="25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7" name="Rectangle 7">
            <a:extLst>
              <a:ext uri="{FF2B5EF4-FFF2-40B4-BE49-F238E27FC236}">
                <a16:creationId xmlns:a16="http://schemas.microsoft.com/office/drawing/2014/main" id="{105B4744-D4A2-E714-0BFC-EF6D7B7ED5B5}"/>
              </a:ext>
            </a:extLst>
          </p:cNvPr>
          <p:cNvSpPr/>
          <p:nvPr/>
        </p:nvSpPr>
        <p:spPr>
          <a:xfrm>
            <a:off x="7208739" y="4616280"/>
            <a:ext cx="502920" cy="25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58" name="Fußzeilenplatzhalter 19">
            <a:extLst>
              <a:ext uri="{FF2B5EF4-FFF2-40B4-BE49-F238E27FC236}">
                <a16:creationId xmlns:a16="http://schemas.microsoft.com/office/drawing/2014/main" id="{5840CFD4-30C0-C4EA-8AD4-61FFB00D0BB0}"/>
              </a:ext>
            </a:extLst>
          </p:cNvPr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4AB23648-A7B4-A32B-12E2-7787CF0C207A}"/>
              </a:ext>
            </a:extLst>
          </p:cNvPr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9C5A54B0-597C-4321-A81E-89F6169AB882}" type="slidenum">
              <a:rPr/>
              <a:t>21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B043B8-302B-E4CC-CDD7-C3313674E9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8" b="28916"/>
          <a:stretch>
            <a:fillRect/>
          </a:stretch>
        </p:blipFill>
        <p:spPr>
          <a:xfrm>
            <a:off x="3298887" y="1084320"/>
            <a:ext cx="5394545" cy="37069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E34448-6C90-201B-C5A0-71940066E7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66" t="72320" r="28920"/>
          <a:stretch>
            <a:fillRect/>
          </a:stretch>
        </p:blipFill>
        <p:spPr>
          <a:xfrm>
            <a:off x="700470" y="3348019"/>
            <a:ext cx="2941163" cy="134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87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dirty="0">
                <a:solidFill>
                  <a:srgbClr val="00669F"/>
                </a:solidFill>
              </a:rPr>
              <a:t>x</a:t>
            </a:r>
            <a:r>
              <a:rPr lang="en-GB" sz="2700" b="0" u="none" strike="noStrike" dirty="0">
                <a:solidFill>
                  <a:srgbClr val="00669F"/>
                </a:solidFill>
                <a:effectLst/>
                <a:uFillTx/>
                <a:latin typeface="Arial"/>
              </a:rPr>
              <a:t>86 Structures in </a:t>
            </a:r>
            <a:r>
              <a:rPr lang="en-GB" sz="2700" b="0" u="none" strike="noStrike" dirty="0" err="1">
                <a:solidFill>
                  <a:srgbClr val="00669F"/>
                </a:solidFill>
                <a:effectLst/>
                <a:uFillTx/>
                <a:latin typeface="Arial"/>
              </a:rPr>
              <a:t>HeineOS</a:t>
            </a:r>
            <a:endParaRPr lang="en-GB" sz="2700" b="0" u="none" strike="noStrike" dirty="0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6" name="Fußzeilenplatzhalter 21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B1EE5770-042E-4BEB-A794-7D72D15153B1}" type="slidenum">
              <a:rPr/>
              <a:t>22</a:t>
            </a:fld>
            <a:endParaRPr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A84EB7-6431-6109-3624-841B79D2C4F7}"/>
              </a:ext>
            </a:extLst>
          </p:cNvPr>
          <p:cNvGrpSpPr>
            <a:grpSpLocks noChangeAspect="1"/>
          </p:cNvGrpSpPr>
          <p:nvPr/>
        </p:nvGrpSpPr>
        <p:grpSpPr>
          <a:xfrm>
            <a:off x="300878" y="1247844"/>
            <a:ext cx="4012671" cy="2832780"/>
            <a:chOff x="1328400" y="1134720"/>
            <a:chExt cx="5015839" cy="3540975"/>
          </a:xfrm>
        </p:grpSpPr>
        <p:pic>
          <p:nvPicPr>
            <p:cNvPr id="2" name="Picture 4">
              <a:extLst>
                <a:ext uri="{FF2B5EF4-FFF2-40B4-BE49-F238E27FC236}">
                  <a16:creationId xmlns:a16="http://schemas.microsoft.com/office/drawing/2014/main" id="{9ABB01E0-BC1F-3BFC-A4A3-D9E857FC150B}"/>
                </a:ext>
              </a:extLst>
            </p:cNvPr>
            <p:cNvPicPr/>
            <p:nvPr/>
          </p:nvPicPr>
          <p:blipFill>
            <a:blip r:embed="rId3"/>
            <a:srcRect t="1860" r="27067" b="8122"/>
            <a:stretch>
              <a:fillRect/>
            </a:stretch>
          </p:blipFill>
          <p:spPr>
            <a:xfrm>
              <a:off x="1328400" y="1134720"/>
              <a:ext cx="4978132" cy="3446707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B53C06-6443-A722-1EA9-214C2178B426}"/>
                </a:ext>
              </a:extLst>
            </p:cNvPr>
            <p:cNvSpPr/>
            <p:nvPr/>
          </p:nvSpPr>
          <p:spPr>
            <a:xfrm>
              <a:off x="4986779" y="2752627"/>
              <a:ext cx="1357460" cy="192306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7" name="Rectangle 9">
            <a:extLst>
              <a:ext uri="{FF2B5EF4-FFF2-40B4-BE49-F238E27FC236}">
                <a16:creationId xmlns:a16="http://schemas.microsoft.com/office/drawing/2014/main" id="{0C97136E-DEF9-C78C-FFED-2052ED40BCD7}"/>
              </a:ext>
            </a:extLst>
          </p:cNvPr>
          <p:cNvSpPr/>
          <p:nvPr/>
        </p:nvSpPr>
        <p:spPr>
          <a:xfrm>
            <a:off x="3310347" y="3272582"/>
            <a:ext cx="920435" cy="1378683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48E1A0F1-AF01-23EC-F102-07B82170964A}"/>
              </a:ext>
            </a:extLst>
          </p:cNvPr>
          <p:cNvSpPr/>
          <p:nvPr/>
        </p:nvSpPr>
        <p:spPr>
          <a:xfrm>
            <a:off x="3310346" y="2961459"/>
            <a:ext cx="920435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GDT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Box 1">
            <a:extLst>
              <a:ext uri="{FF2B5EF4-FFF2-40B4-BE49-F238E27FC236}">
                <a16:creationId xmlns:a16="http://schemas.microsoft.com/office/drawing/2014/main" id="{A3C7226F-6E1D-E37F-8721-74D4C184415A}"/>
              </a:ext>
            </a:extLst>
          </p:cNvPr>
          <p:cNvSpPr/>
          <p:nvPr/>
        </p:nvSpPr>
        <p:spPr>
          <a:xfrm>
            <a:off x="3310346" y="3993622"/>
            <a:ext cx="920435" cy="308746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36000" tIns="76680" rIns="36000" bIns="7668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US" sz="1000" b="0" u="none" strike="noStrike" dirty="0">
                <a:effectLst/>
                <a:uFillTx/>
                <a:latin typeface="Arial"/>
              </a:rPr>
              <a:t>TSSD, DPL=0</a:t>
            </a:r>
            <a:endParaRPr lang="de-DE" sz="1000" b="0" u="none" strike="noStrike" dirty="0">
              <a:effectLst/>
              <a:uFillTx/>
              <a:latin typeface="Arial"/>
            </a:endParaRPr>
          </a:p>
        </p:txBody>
      </p:sp>
      <p:cxnSp>
        <p:nvCxnSpPr>
          <p:cNvPr id="23" name="Straight Arrow Connector 23">
            <a:extLst>
              <a:ext uri="{FF2B5EF4-FFF2-40B4-BE49-F238E27FC236}">
                <a16:creationId xmlns:a16="http://schemas.microsoft.com/office/drawing/2014/main" id="{9C1644E0-9E8E-05DF-28E2-5B16CB4D8A2E}"/>
              </a:ext>
            </a:extLst>
          </p:cNvPr>
          <p:cNvCxnSpPr>
            <a:cxnSpLocks/>
          </p:cNvCxnSpPr>
          <p:nvPr/>
        </p:nvCxnSpPr>
        <p:spPr>
          <a:xfrm>
            <a:off x="2933835" y="2204640"/>
            <a:ext cx="0" cy="2437200"/>
          </a:xfrm>
          <a:prstGeom prst="straightConnector1">
            <a:avLst/>
          </a:prstGeom>
          <a:ln w="9525">
            <a:solidFill>
              <a:srgbClr val="000000"/>
            </a:solidFill>
            <a:round/>
            <a:tailEnd type="none" w="med" len="med"/>
          </a:ln>
        </p:spPr>
      </p:cxnSp>
      <p:cxnSp>
        <p:nvCxnSpPr>
          <p:cNvPr id="34" name="Straight Arrow Connector 23">
            <a:extLst>
              <a:ext uri="{FF2B5EF4-FFF2-40B4-BE49-F238E27FC236}">
                <a16:creationId xmlns:a16="http://schemas.microsoft.com/office/drawing/2014/main" id="{367A52CB-623D-DBBF-70E0-B87ECDCE2F4F}"/>
              </a:ext>
            </a:extLst>
          </p:cNvPr>
          <p:cNvCxnSpPr>
            <a:cxnSpLocks/>
          </p:cNvCxnSpPr>
          <p:nvPr/>
        </p:nvCxnSpPr>
        <p:spPr>
          <a:xfrm flipH="1">
            <a:off x="2933835" y="4641840"/>
            <a:ext cx="376511" cy="0"/>
          </a:xfrm>
          <a:prstGeom prst="straightConnector1">
            <a:avLst/>
          </a:prstGeom>
          <a:ln w="9525">
            <a:solidFill>
              <a:srgbClr val="000000"/>
            </a:solidFill>
            <a:round/>
            <a:headEnd type="triangle" w="med" len="med"/>
            <a:tailEnd type="none" w="med" len="med"/>
          </a:ln>
        </p:spPr>
      </p:cxnSp>
      <p:sp>
        <p:nvSpPr>
          <p:cNvPr id="41" name="Rectangle 9">
            <a:extLst>
              <a:ext uri="{FF2B5EF4-FFF2-40B4-BE49-F238E27FC236}">
                <a16:creationId xmlns:a16="http://schemas.microsoft.com/office/drawing/2014/main" id="{B0CBD027-78D1-77DD-6949-FF0A58C8F54A}"/>
              </a:ext>
            </a:extLst>
          </p:cNvPr>
          <p:cNvSpPr/>
          <p:nvPr/>
        </p:nvSpPr>
        <p:spPr>
          <a:xfrm>
            <a:off x="4572000" y="1645965"/>
            <a:ext cx="920435" cy="86261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42" name="Straight Arrow Connector 23">
            <a:extLst>
              <a:ext uri="{FF2B5EF4-FFF2-40B4-BE49-F238E27FC236}">
                <a16:creationId xmlns:a16="http://schemas.microsoft.com/office/drawing/2014/main" id="{35A88CB0-3593-C211-E1D2-47BE917A4000}"/>
              </a:ext>
            </a:extLst>
          </p:cNvPr>
          <p:cNvCxnSpPr>
            <a:cxnSpLocks/>
          </p:cNvCxnSpPr>
          <p:nvPr/>
        </p:nvCxnSpPr>
        <p:spPr>
          <a:xfrm>
            <a:off x="3110493" y="2021866"/>
            <a:ext cx="0" cy="491537"/>
          </a:xfrm>
          <a:prstGeom prst="straightConnector1">
            <a:avLst/>
          </a:prstGeom>
          <a:ln w="9525">
            <a:solidFill>
              <a:srgbClr val="000000"/>
            </a:solidFill>
            <a:round/>
            <a:tailEnd type="none" w="med" len="med"/>
          </a:ln>
        </p:spPr>
      </p:cxnSp>
      <p:cxnSp>
        <p:nvCxnSpPr>
          <p:cNvPr id="48" name="Straight Arrow Connector 23">
            <a:extLst>
              <a:ext uri="{FF2B5EF4-FFF2-40B4-BE49-F238E27FC236}">
                <a16:creationId xmlns:a16="http://schemas.microsoft.com/office/drawing/2014/main" id="{5763DB9C-FFA5-3F41-225E-AD5FC7EB390D}"/>
              </a:ext>
            </a:extLst>
          </p:cNvPr>
          <p:cNvCxnSpPr>
            <a:cxnSpLocks/>
          </p:cNvCxnSpPr>
          <p:nvPr/>
        </p:nvCxnSpPr>
        <p:spPr>
          <a:xfrm flipH="1">
            <a:off x="3110493" y="2508576"/>
            <a:ext cx="1461507" cy="4403"/>
          </a:xfrm>
          <a:prstGeom prst="straightConnector1">
            <a:avLst/>
          </a:prstGeom>
          <a:ln w="9525">
            <a:solidFill>
              <a:srgbClr val="000000"/>
            </a:solidFill>
            <a:round/>
            <a:headEnd type="triangle" w="med" len="med"/>
            <a:tailEnd type="none" w="med" len="med"/>
          </a:ln>
        </p:spPr>
      </p:cxnSp>
      <p:sp>
        <p:nvSpPr>
          <p:cNvPr id="52" name="TextBox 10">
            <a:extLst>
              <a:ext uri="{FF2B5EF4-FFF2-40B4-BE49-F238E27FC236}">
                <a16:creationId xmlns:a16="http://schemas.microsoft.com/office/drawing/2014/main" id="{F65BAEC1-6D5D-EA4D-69BC-48F346743190}"/>
              </a:ext>
            </a:extLst>
          </p:cNvPr>
          <p:cNvSpPr/>
          <p:nvPr/>
        </p:nvSpPr>
        <p:spPr>
          <a:xfrm>
            <a:off x="4575110" y="1345898"/>
            <a:ext cx="920435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US" sz="1400" dirty="0">
                <a:solidFill>
                  <a:schemeClr val="dk1"/>
                </a:solidFill>
                <a:latin typeface="Arial"/>
              </a:rPr>
              <a:t>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DT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Rectangle 9">
            <a:extLst>
              <a:ext uri="{FF2B5EF4-FFF2-40B4-BE49-F238E27FC236}">
                <a16:creationId xmlns:a16="http://schemas.microsoft.com/office/drawing/2014/main" id="{9B5FD415-2B4E-D162-C010-1E4B2B7EEFCA}"/>
              </a:ext>
            </a:extLst>
          </p:cNvPr>
          <p:cNvSpPr/>
          <p:nvPr/>
        </p:nvSpPr>
        <p:spPr>
          <a:xfrm>
            <a:off x="6210166" y="2010778"/>
            <a:ext cx="920435" cy="86261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55" name="Straight Arrow Connector 23">
            <a:extLst>
              <a:ext uri="{FF2B5EF4-FFF2-40B4-BE49-F238E27FC236}">
                <a16:creationId xmlns:a16="http://schemas.microsoft.com/office/drawing/2014/main" id="{96E13618-9756-0C8A-3670-9E6325B9AADD}"/>
              </a:ext>
            </a:extLst>
          </p:cNvPr>
          <p:cNvCxnSpPr>
            <a:cxnSpLocks/>
          </p:cNvCxnSpPr>
          <p:nvPr/>
        </p:nvCxnSpPr>
        <p:spPr>
          <a:xfrm>
            <a:off x="3019896" y="1652618"/>
            <a:ext cx="0" cy="1237829"/>
          </a:xfrm>
          <a:prstGeom prst="straightConnector1">
            <a:avLst/>
          </a:prstGeom>
          <a:ln w="9525">
            <a:solidFill>
              <a:srgbClr val="000000"/>
            </a:solidFill>
            <a:round/>
            <a:tailEnd type="none" w="med" len="med"/>
          </a:ln>
        </p:spPr>
      </p:cxnSp>
      <p:cxnSp>
        <p:nvCxnSpPr>
          <p:cNvPr id="57" name="Straight Arrow Connector 23">
            <a:extLst>
              <a:ext uri="{FF2B5EF4-FFF2-40B4-BE49-F238E27FC236}">
                <a16:creationId xmlns:a16="http://schemas.microsoft.com/office/drawing/2014/main" id="{F5C2C8C1-6462-7C28-0EA8-40792CADF59E}"/>
              </a:ext>
            </a:extLst>
          </p:cNvPr>
          <p:cNvCxnSpPr>
            <a:cxnSpLocks/>
          </p:cNvCxnSpPr>
          <p:nvPr/>
        </p:nvCxnSpPr>
        <p:spPr>
          <a:xfrm flipH="1">
            <a:off x="3019896" y="2881476"/>
            <a:ext cx="3190270" cy="12301"/>
          </a:xfrm>
          <a:prstGeom prst="straightConnector1">
            <a:avLst/>
          </a:prstGeom>
          <a:ln w="9525">
            <a:solidFill>
              <a:srgbClr val="000000"/>
            </a:solidFill>
            <a:round/>
            <a:headEnd type="triangle" w="med" len="med"/>
            <a:tailEnd type="none" w="med" len="med"/>
          </a:ln>
        </p:spPr>
      </p:cxnSp>
      <p:sp>
        <p:nvSpPr>
          <p:cNvPr id="62" name="TextBox 10">
            <a:extLst>
              <a:ext uri="{FF2B5EF4-FFF2-40B4-BE49-F238E27FC236}">
                <a16:creationId xmlns:a16="http://schemas.microsoft.com/office/drawing/2014/main" id="{31898031-5614-CEBB-E35B-BF1C327351EC}"/>
              </a:ext>
            </a:extLst>
          </p:cNvPr>
          <p:cNvSpPr/>
          <p:nvPr/>
        </p:nvSpPr>
        <p:spPr>
          <a:xfrm>
            <a:off x="6210166" y="1715146"/>
            <a:ext cx="920435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686160">
              <a:lnSpc>
                <a:spcPct val="100000"/>
              </a:lnSpc>
            </a:pPr>
            <a:r>
              <a:rPr lang="en-US" sz="1400" dirty="0">
                <a:solidFill>
                  <a:schemeClr val="dk1"/>
                </a:solidFill>
                <a:latin typeface="Arial"/>
              </a:rPr>
              <a:t>TSS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" name="Straight Arrow Connector 23">
            <a:extLst>
              <a:ext uri="{FF2B5EF4-FFF2-40B4-BE49-F238E27FC236}">
                <a16:creationId xmlns:a16="http://schemas.microsoft.com/office/drawing/2014/main" id="{66CAAC18-BB24-6721-43E5-A7FD05BA1605}"/>
              </a:ext>
            </a:extLst>
          </p:cNvPr>
          <p:cNvCxnSpPr>
            <a:cxnSpLocks/>
          </p:cNvCxnSpPr>
          <p:nvPr/>
        </p:nvCxnSpPr>
        <p:spPr>
          <a:xfrm>
            <a:off x="300878" y="1134720"/>
            <a:ext cx="7051402" cy="0"/>
          </a:xfrm>
          <a:prstGeom prst="straightConnector1">
            <a:avLst/>
          </a:prstGeom>
          <a:ln w="9525">
            <a:solidFill>
              <a:srgbClr val="000000"/>
            </a:solidFill>
            <a:round/>
            <a:tailEnd type="none" w="med" len="med"/>
          </a:ln>
        </p:spPr>
      </p:cxnSp>
      <p:cxnSp>
        <p:nvCxnSpPr>
          <p:cNvPr id="1411" name="Straight Arrow Connector 23">
            <a:extLst>
              <a:ext uri="{FF2B5EF4-FFF2-40B4-BE49-F238E27FC236}">
                <a16:creationId xmlns:a16="http://schemas.microsoft.com/office/drawing/2014/main" id="{08D2C272-878D-A98D-C6CD-D6C91983DC93}"/>
              </a:ext>
            </a:extLst>
          </p:cNvPr>
          <p:cNvCxnSpPr>
            <a:cxnSpLocks/>
          </p:cNvCxnSpPr>
          <p:nvPr/>
        </p:nvCxnSpPr>
        <p:spPr>
          <a:xfrm flipV="1">
            <a:off x="7352280" y="1134720"/>
            <a:ext cx="0" cy="3166091"/>
          </a:xfrm>
          <a:prstGeom prst="straightConnector1">
            <a:avLst/>
          </a:prstGeom>
          <a:ln w="9525">
            <a:solidFill>
              <a:srgbClr val="000000"/>
            </a:solidFill>
            <a:round/>
            <a:tailEnd type="none" w="med" len="med"/>
          </a:ln>
        </p:spPr>
      </p:cxnSp>
      <p:cxnSp>
        <p:nvCxnSpPr>
          <p:cNvPr id="1414" name="Straight Arrow Connector 23">
            <a:extLst>
              <a:ext uri="{FF2B5EF4-FFF2-40B4-BE49-F238E27FC236}">
                <a16:creationId xmlns:a16="http://schemas.microsoft.com/office/drawing/2014/main" id="{10243A79-6BC8-4135-2A4C-C813FB3EBE59}"/>
              </a:ext>
            </a:extLst>
          </p:cNvPr>
          <p:cNvCxnSpPr>
            <a:cxnSpLocks/>
          </p:cNvCxnSpPr>
          <p:nvPr/>
        </p:nvCxnSpPr>
        <p:spPr>
          <a:xfrm>
            <a:off x="4230781" y="4300811"/>
            <a:ext cx="3121499" cy="0"/>
          </a:xfrm>
          <a:prstGeom prst="straightConnector1">
            <a:avLst/>
          </a:prstGeom>
          <a:ln w="9525">
            <a:solidFill>
              <a:srgbClr val="000000"/>
            </a:solidFill>
            <a:round/>
            <a:headEnd type="triangle" w="med" len="med"/>
            <a:tailEnd type="none" w="med" len="med"/>
          </a:ln>
        </p:spPr>
      </p:cxnSp>
      <p:cxnSp>
        <p:nvCxnSpPr>
          <p:cNvPr id="1421" name="Straight Arrow Connector 23">
            <a:extLst>
              <a:ext uri="{FF2B5EF4-FFF2-40B4-BE49-F238E27FC236}">
                <a16:creationId xmlns:a16="http://schemas.microsoft.com/office/drawing/2014/main" id="{0A2704D2-C889-E2D4-126A-7F4FF1CB6B3B}"/>
              </a:ext>
            </a:extLst>
          </p:cNvPr>
          <p:cNvCxnSpPr>
            <a:cxnSpLocks/>
          </p:cNvCxnSpPr>
          <p:nvPr/>
        </p:nvCxnSpPr>
        <p:spPr>
          <a:xfrm flipH="1">
            <a:off x="300877" y="1134720"/>
            <a:ext cx="1" cy="196742"/>
          </a:xfrm>
          <a:prstGeom prst="straightConnector1">
            <a:avLst/>
          </a:prstGeom>
          <a:ln w="9525">
            <a:solidFill>
              <a:srgbClr val="000000"/>
            </a:solidFill>
            <a:round/>
            <a:tailEnd type="none" w="med" len="med"/>
          </a:ln>
        </p:spPr>
      </p:cxnSp>
      <p:cxnSp>
        <p:nvCxnSpPr>
          <p:cNvPr id="1424" name="Straight Arrow Connector 23">
            <a:extLst>
              <a:ext uri="{FF2B5EF4-FFF2-40B4-BE49-F238E27FC236}">
                <a16:creationId xmlns:a16="http://schemas.microsoft.com/office/drawing/2014/main" id="{85FAB747-F99A-0B72-D4AE-41873D041321}"/>
              </a:ext>
            </a:extLst>
          </p:cNvPr>
          <p:cNvCxnSpPr>
            <a:cxnSpLocks/>
          </p:cNvCxnSpPr>
          <p:nvPr/>
        </p:nvCxnSpPr>
        <p:spPr>
          <a:xfrm flipH="1" flipV="1">
            <a:off x="300877" y="1331462"/>
            <a:ext cx="700588" cy="236884"/>
          </a:xfrm>
          <a:prstGeom prst="straightConnector1">
            <a:avLst/>
          </a:prstGeom>
          <a:ln w="9525">
            <a:solidFill>
              <a:srgbClr val="000000"/>
            </a:solidFill>
            <a:round/>
            <a:headEnd type="triangle" w="med" len="med"/>
            <a:tailEnd type="none" w="med" len="med"/>
          </a:ln>
        </p:spPr>
      </p:cxnSp>
      <p:cxnSp>
        <p:nvCxnSpPr>
          <p:cNvPr id="1426" name="Straight Arrow Connector 23">
            <a:extLst>
              <a:ext uri="{FF2B5EF4-FFF2-40B4-BE49-F238E27FC236}">
                <a16:creationId xmlns:a16="http://schemas.microsoft.com/office/drawing/2014/main" id="{B62DCBD3-8F0D-9936-9A57-EA111252A4DA}"/>
              </a:ext>
            </a:extLst>
          </p:cNvPr>
          <p:cNvCxnSpPr>
            <a:cxnSpLocks/>
          </p:cNvCxnSpPr>
          <p:nvPr/>
        </p:nvCxnSpPr>
        <p:spPr>
          <a:xfrm>
            <a:off x="526680" y="1868506"/>
            <a:ext cx="2329642" cy="0"/>
          </a:xfrm>
          <a:prstGeom prst="straightConnector1">
            <a:avLst/>
          </a:prstGeom>
          <a:ln w="9525">
            <a:solidFill>
              <a:srgbClr val="000000"/>
            </a:solidFill>
            <a:round/>
            <a:tailEnd type="none" w="med" len="med"/>
          </a:ln>
        </p:spPr>
      </p:cxnSp>
      <p:cxnSp>
        <p:nvCxnSpPr>
          <p:cNvPr id="1429" name="Straight Arrow Connector 23">
            <a:extLst>
              <a:ext uri="{FF2B5EF4-FFF2-40B4-BE49-F238E27FC236}">
                <a16:creationId xmlns:a16="http://schemas.microsoft.com/office/drawing/2014/main" id="{A75D14C0-BF90-C389-E680-0F133C178282}"/>
              </a:ext>
            </a:extLst>
          </p:cNvPr>
          <p:cNvCxnSpPr>
            <a:cxnSpLocks/>
          </p:cNvCxnSpPr>
          <p:nvPr/>
        </p:nvCxnSpPr>
        <p:spPr>
          <a:xfrm>
            <a:off x="3227581" y="1868506"/>
            <a:ext cx="613665" cy="0"/>
          </a:xfrm>
          <a:prstGeom prst="straightConnector1">
            <a:avLst/>
          </a:prstGeom>
          <a:ln w="9525">
            <a:solidFill>
              <a:srgbClr val="000000"/>
            </a:solidFill>
            <a:round/>
            <a:tailEnd type="none" w="med" len="med"/>
          </a:ln>
        </p:spPr>
      </p:cxnSp>
      <p:sp>
        <p:nvSpPr>
          <p:cNvPr id="1434" name="Rounded Rectangular Callout 1433">
            <a:extLst>
              <a:ext uri="{FF2B5EF4-FFF2-40B4-BE49-F238E27FC236}">
                <a16:creationId xmlns:a16="http://schemas.microsoft.com/office/drawing/2014/main" id="{4DE494B5-37A1-0718-5290-F10AB86B5CBE}"/>
              </a:ext>
            </a:extLst>
          </p:cNvPr>
          <p:cNvSpPr/>
          <p:nvPr/>
        </p:nvSpPr>
        <p:spPr>
          <a:xfrm>
            <a:off x="7756560" y="1781666"/>
            <a:ext cx="934951" cy="422974"/>
          </a:xfrm>
          <a:prstGeom prst="wedgeRoundRectCallout">
            <a:avLst>
              <a:gd name="adj1" fmla="val -141531"/>
              <a:gd name="adj2" fmla="val -25925"/>
              <a:gd name="adj3" fmla="val 16667"/>
            </a:avLst>
          </a:prstGeom>
          <a:solidFill>
            <a:srgbClr val="F7FFD4"/>
          </a:solidFill>
          <a:ln w="9525"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1600" dirty="0"/>
              <a:t>Stacks</a:t>
            </a:r>
          </a:p>
        </p:txBody>
      </p:sp>
      <p:sp>
        <p:nvSpPr>
          <p:cNvPr id="1435" name="Rounded Rectangular Callout 1434">
            <a:extLst>
              <a:ext uri="{FF2B5EF4-FFF2-40B4-BE49-F238E27FC236}">
                <a16:creationId xmlns:a16="http://schemas.microsoft.com/office/drawing/2014/main" id="{5D54E47D-96E2-2071-9673-4306242F33AE}"/>
              </a:ext>
            </a:extLst>
          </p:cNvPr>
          <p:cNvSpPr/>
          <p:nvPr/>
        </p:nvSpPr>
        <p:spPr>
          <a:xfrm>
            <a:off x="5446217" y="113558"/>
            <a:ext cx="2048091" cy="648259"/>
          </a:xfrm>
          <a:prstGeom prst="wedgeRoundRectCallout">
            <a:avLst>
              <a:gd name="adj1" fmla="val -58023"/>
              <a:gd name="adj2" fmla="val 158660"/>
              <a:gd name="adj3" fmla="val 16667"/>
            </a:avLst>
          </a:prstGeom>
          <a:solidFill>
            <a:srgbClr val="F7FFD4"/>
          </a:solidFill>
          <a:ln w="9525"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1600" dirty="0"/>
              <a:t>Exceptions, IRQs, and Syscalls</a:t>
            </a:r>
          </a:p>
        </p:txBody>
      </p:sp>
      <p:sp>
        <p:nvSpPr>
          <p:cNvPr id="1436" name="Rounded Rectangular Callout 1435">
            <a:extLst>
              <a:ext uri="{FF2B5EF4-FFF2-40B4-BE49-F238E27FC236}">
                <a16:creationId xmlns:a16="http://schemas.microsoft.com/office/drawing/2014/main" id="{C2D77779-7F58-AAC7-1DD8-16A85558509E}"/>
              </a:ext>
            </a:extLst>
          </p:cNvPr>
          <p:cNvSpPr/>
          <p:nvPr/>
        </p:nvSpPr>
        <p:spPr>
          <a:xfrm>
            <a:off x="4469545" y="3080040"/>
            <a:ext cx="1697019" cy="724191"/>
          </a:xfrm>
          <a:prstGeom prst="wedgeRoundRectCallout">
            <a:avLst>
              <a:gd name="adj1" fmla="val -74401"/>
              <a:gd name="adj2" fmla="val -41561"/>
              <a:gd name="adj3" fmla="val 16667"/>
            </a:avLst>
          </a:prstGeom>
          <a:solidFill>
            <a:srgbClr val="F7FFD4"/>
          </a:solidFill>
          <a:ln w="9525"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DE" sz="1600" dirty="0"/>
              <a:t>user- / kernel mode and TSS</a:t>
            </a:r>
          </a:p>
        </p:txBody>
      </p:sp>
      <p:cxnSp>
        <p:nvCxnSpPr>
          <p:cNvPr id="1442" name="Straight Arrow Connector 23">
            <a:extLst>
              <a:ext uri="{FF2B5EF4-FFF2-40B4-BE49-F238E27FC236}">
                <a16:creationId xmlns:a16="http://schemas.microsoft.com/office/drawing/2014/main" id="{6345DC9A-2389-B5B6-C856-F3DFA0E3F11C}"/>
              </a:ext>
            </a:extLst>
          </p:cNvPr>
          <p:cNvCxnSpPr>
            <a:cxnSpLocks/>
          </p:cNvCxnSpPr>
          <p:nvPr/>
        </p:nvCxnSpPr>
        <p:spPr>
          <a:xfrm>
            <a:off x="1210300" y="3361363"/>
            <a:ext cx="0" cy="1402559"/>
          </a:xfrm>
          <a:prstGeom prst="straightConnector1">
            <a:avLst/>
          </a:prstGeom>
          <a:ln w="9525">
            <a:solidFill>
              <a:srgbClr val="000000"/>
            </a:solidFill>
            <a:round/>
            <a:tailEnd type="none" w="med" len="med"/>
          </a:ln>
        </p:spPr>
      </p:cxnSp>
      <p:grpSp>
        <p:nvGrpSpPr>
          <p:cNvPr id="1447" name="Group 1446">
            <a:extLst>
              <a:ext uri="{FF2B5EF4-FFF2-40B4-BE49-F238E27FC236}">
                <a16:creationId xmlns:a16="http://schemas.microsoft.com/office/drawing/2014/main" id="{3B415B01-D10F-6881-5C1F-AC85BBB6627A}"/>
              </a:ext>
            </a:extLst>
          </p:cNvPr>
          <p:cNvGrpSpPr/>
          <p:nvPr/>
        </p:nvGrpSpPr>
        <p:grpSpPr>
          <a:xfrm>
            <a:off x="1210300" y="3715052"/>
            <a:ext cx="7272561" cy="1051877"/>
            <a:chOff x="-4772642" y="3803328"/>
            <a:chExt cx="7272561" cy="1051877"/>
          </a:xfrm>
        </p:grpSpPr>
        <p:sp>
          <p:nvSpPr>
            <p:cNvPr id="1437" name="Rectangle 9">
              <a:extLst>
                <a:ext uri="{FF2B5EF4-FFF2-40B4-BE49-F238E27FC236}">
                  <a16:creationId xmlns:a16="http://schemas.microsoft.com/office/drawing/2014/main" id="{CB459684-17EF-D796-6932-906B57CE9482}"/>
                </a:ext>
              </a:extLst>
            </p:cNvPr>
            <p:cNvSpPr/>
            <p:nvPr/>
          </p:nvSpPr>
          <p:spPr>
            <a:xfrm>
              <a:off x="1583706" y="4103977"/>
              <a:ext cx="696412" cy="58758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0" name="Rectangle 9">
              <a:extLst>
                <a:ext uri="{FF2B5EF4-FFF2-40B4-BE49-F238E27FC236}">
                  <a16:creationId xmlns:a16="http://schemas.microsoft.com/office/drawing/2014/main" id="{73C19801-CC28-901B-EB59-A44CCF6D2C33}"/>
                </a:ext>
              </a:extLst>
            </p:cNvPr>
            <p:cNvSpPr/>
            <p:nvPr/>
          </p:nvSpPr>
          <p:spPr>
            <a:xfrm>
              <a:off x="1665719" y="4181156"/>
              <a:ext cx="696412" cy="58758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1" name="Rectangle 9">
              <a:extLst>
                <a:ext uri="{FF2B5EF4-FFF2-40B4-BE49-F238E27FC236}">
                  <a16:creationId xmlns:a16="http://schemas.microsoft.com/office/drawing/2014/main" id="{DCC4FA02-8F93-7FA9-F1AB-F40CB17A95DA}"/>
                </a:ext>
              </a:extLst>
            </p:cNvPr>
            <p:cNvSpPr/>
            <p:nvPr/>
          </p:nvSpPr>
          <p:spPr>
            <a:xfrm>
              <a:off x="1730579" y="4264612"/>
              <a:ext cx="696412" cy="587586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endParaRPr lang="en-US" sz="135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44" name="Straight Arrow Connector 23">
              <a:extLst>
                <a:ext uri="{FF2B5EF4-FFF2-40B4-BE49-F238E27FC236}">
                  <a16:creationId xmlns:a16="http://schemas.microsoft.com/office/drawing/2014/main" id="{44A52941-368C-1AEA-77F6-37FBC88F0C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4772642" y="4852198"/>
              <a:ext cx="6518491" cy="3007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  <a:headEnd type="triangle" w="med" len="med"/>
              <a:tailEnd type="none" w="med" len="med"/>
            </a:ln>
          </p:spPr>
        </p:cxnSp>
        <p:sp>
          <p:nvSpPr>
            <p:cNvPr id="1445" name="TextBox 10">
              <a:extLst>
                <a:ext uri="{FF2B5EF4-FFF2-40B4-BE49-F238E27FC236}">
                  <a16:creationId xmlns:a16="http://schemas.microsoft.com/office/drawing/2014/main" id="{B091ED7B-406D-A456-D442-CA7A8664EFDD}"/>
                </a:ext>
              </a:extLst>
            </p:cNvPr>
            <p:cNvSpPr/>
            <p:nvPr/>
          </p:nvSpPr>
          <p:spPr>
            <a:xfrm>
              <a:off x="1579484" y="3803328"/>
              <a:ext cx="920435" cy="30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90000" tIns="45000" rIns="90000" bIns="45000" anchor="t">
              <a:spAutoFit/>
            </a:bodyPr>
            <a:lstStyle/>
            <a:p>
              <a:pPr algn="ctr" defTabSz="686160">
                <a:lnSpc>
                  <a:spcPct val="100000"/>
                </a:lnSpc>
              </a:pP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Arial"/>
                </a:rPr>
                <a:t>Paging</a:t>
              </a:r>
              <a:endParaRPr lang="de-DE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2" name="Rounded Rectangular Callout 1451">
            <a:extLst>
              <a:ext uri="{FF2B5EF4-FFF2-40B4-BE49-F238E27FC236}">
                <a16:creationId xmlns:a16="http://schemas.microsoft.com/office/drawing/2014/main" id="{99C0FA9A-D98E-0C78-7809-C5485FC5D770}"/>
              </a:ext>
            </a:extLst>
          </p:cNvPr>
          <p:cNvSpPr/>
          <p:nvPr/>
        </p:nvSpPr>
        <p:spPr>
          <a:xfrm>
            <a:off x="7568787" y="2693826"/>
            <a:ext cx="1533113" cy="724191"/>
          </a:xfrm>
          <a:prstGeom prst="wedgeRoundRectCallout">
            <a:avLst>
              <a:gd name="adj1" fmla="val -25453"/>
              <a:gd name="adj2" fmla="val 87402"/>
              <a:gd name="adj3" fmla="val 16667"/>
            </a:avLst>
          </a:prstGeom>
          <a:solidFill>
            <a:srgbClr val="F7FFD4"/>
          </a:solidFill>
          <a:ln w="9525">
            <a:solidFill>
              <a:srgbClr val="0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I</a:t>
            </a:r>
            <a:r>
              <a:rPr lang="en-DE" sz="1600" dirty="0"/>
              <a:t>solation and protection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07B1D-61BF-BC8C-86E8-78A31ACD0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PlaceHolder 1">
            <a:extLst>
              <a:ext uri="{FF2B5EF4-FFF2-40B4-BE49-F238E27FC236}">
                <a16:creationId xmlns:a16="http://schemas.microsoft.com/office/drawing/2014/main" id="{509CE933-38C0-F00B-212B-D366A7F38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80" y="330840"/>
            <a:ext cx="6825600" cy="451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5" name="Inhaltsplatzhalter 7">
            <a:extLst>
              <a:ext uri="{FF2B5EF4-FFF2-40B4-BE49-F238E27FC236}">
                <a16:creationId xmlns:a16="http://schemas.microsoft.com/office/drawing/2014/main" id="{5A435386-E270-635F-9B4D-3ED96E14DE49}"/>
              </a:ext>
            </a:extLst>
          </p:cNvPr>
          <p:cNvSpPr/>
          <p:nvPr/>
        </p:nvSpPr>
        <p:spPr>
          <a:xfrm>
            <a:off x="521640" y="1206720"/>
            <a:ext cx="8390520" cy="370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72000" rIns="0" bIns="0" anchor="t">
            <a:noAutofit/>
          </a:bodyPr>
          <a:lstStyle/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x86-64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architecture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is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complex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Rarely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used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features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were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removed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Segmentation (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mostly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Hardware support for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task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switching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Still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backwards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compatible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Processor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cores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still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start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4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up</a:t>
            </a:r>
            <a:r>
              <a:rPr lang="de-DE" sz="14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in Real Mode</a:t>
            </a:r>
            <a:endParaRPr lang="de-DE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Intel </a:t>
            </a:r>
            <a:r>
              <a:rPr lang="de-DE" sz="1600" b="0" i="1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X86s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wanted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to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simplify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the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architecture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by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removing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a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lot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of </a:t>
            </a:r>
            <a:b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</a:b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backward</a:t>
            </a:r>
            <a:r>
              <a:rPr lang="de-DE" sz="1600" b="0" u="none" strike="noStrike" dirty="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chemeClr val="dk1"/>
                </a:solidFill>
                <a:effectLst/>
                <a:uFillTx/>
                <a:latin typeface="Arial"/>
              </a:rPr>
              <a:t>compatibility</a:t>
            </a:r>
            <a:endParaRPr lang="de-DE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But, Intel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has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stopped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working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 </a:t>
            </a:r>
            <a:r>
              <a:rPr lang="de-DE" sz="16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ont</a:t>
            </a:r>
            <a:r>
              <a:rPr lang="de-DE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X86s</a:t>
            </a:r>
          </a:p>
        </p:txBody>
      </p:sp>
      <p:sp>
        <p:nvSpPr>
          <p:cNvPr id="1466" name="Fußzeilenplatzhalter 21">
            <a:extLst>
              <a:ext uri="{FF2B5EF4-FFF2-40B4-BE49-F238E27FC236}">
                <a16:creationId xmlns:a16="http://schemas.microsoft.com/office/drawing/2014/main" id="{DE6FEB7E-E913-8C92-5274-12FEAD100D9E}"/>
              </a:ext>
            </a:extLst>
          </p:cNvPr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686160">
              <a:lnSpc>
                <a:spcPct val="100000"/>
              </a:lnSpc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2. Segmentation and Tasks in x86-64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103D532B-FF97-B774-B0E4-F71EF681DC68}"/>
              </a:ext>
            </a:extLst>
          </p:cNvPr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B1EE5770-042E-4BEB-A794-7D72D15153B1}" type="slidenum">
              <a:rPr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2883123"/>
      </p:ext>
    </p:extLst>
  </p:cSld>
  <p:clrMapOvr>
    <a:masterClrMapping/>
  </p:clrMapOvr>
</p:sld>
</file>

<file path=ppt/theme/theme1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32689</TotalTime>
  <Words>1585</Words>
  <Application>Microsoft Macintosh PowerPoint</Application>
  <PresentationFormat>Custom</PresentationFormat>
  <Paragraphs>262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Courier New</vt:lpstr>
      <vt:lpstr>Symbol</vt:lpstr>
      <vt:lpstr>Times New Roman</vt:lpstr>
      <vt:lpstr>Wingdings</vt:lpstr>
      <vt:lpstr>Wingdings 2</vt:lpstr>
      <vt:lpstr>HHU_PPT_Vorlage</vt:lpstr>
      <vt:lpstr>HHU_PPT_Vorlage</vt:lpstr>
      <vt:lpstr>Isolation and Protection in Operating Systems  2. Segmentation and Tasks in x86-64</vt:lpstr>
      <vt:lpstr>x86-64: 64-Bit CPU Architecture</vt:lpstr>
      <vt:lpstr>x86-64: 64-Bit CPU Architecture</vt:lpstr>
      <vt:lpstr>x86-64: CPU modes</vt:lpstr>
      <vt:lpstr>x86-64: Registers</vt:lpstr>
      <vt:lpstr>x86-64: Registers</vt:lpstr>
      <vt:lpstr>32-Bit Segmentation</vt:lpstr>
      <vt:lpstr>Long Mode: Segmentation</vt:lpstr>
      <vt:lpstr>Protection</vt:lpstr>
      <vt:lpstr>Protection Rings</vt:lpstr>
      <vt:lpstr>Protection Rings</vt:lpstr>
      <vt:lpstr>Protection Rings and Gates</vt:lpstr>
      <vt:lpstr>Segment Deskriptors</vt:lpstr>
      <vt:lpstr>Segment Selectors</vt:lpstr>
      <vt:lpstr>Global Descriptor Table (GDT)</vt:lpstr>
      <vt:lpstr>Preview: Protection via Paging</vt:lpstr>
      <vt:lpstr>Task State Segment (TSS)</vt:lpstr>
      <vt:lpstr>Long Mode: TSS</vt:lpstr>
      <vt:lpstr>Long Mode: I/O-Permission Bitmap</vt:lpstr>
      <vt:lpstr>Long Mode: Task Switch</vt:lpstr>
      <vt:lpstr>Task State Segment Descriptor (TSSD)</vt:lpstr>
      <vt:lpstr>x86 Structures in HeineOS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 dolor sit amet</dc:title>
  <dc:subject/>
  <dc:creator>Microsoft Office User</dc:creator>
  <dc:description/>
  <cp:lastModifiedBy>Michael Schoettner</cp:lastModifiedBy>
  <cp:revision>1509</cp:revision>
  <dcterms:created xsi:type="dcterms:W3CDTF">2020-08-15T15:36:48Z</dcterms:created>
  <dcterms:modified xsi:type="dcterms:W3CDTF">2026-10-16T17:26:36Z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Custom</vt:lpwstr>
  </property>
  <property fmtid="{D5CDD505-2E9C-101B-9397-08002B2CF9AE}" pid="4" name="Slides">
    <vt:i4>21</vt:i4>
  </property>
</Properties>
</file>