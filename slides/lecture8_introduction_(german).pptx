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2"/>
  </p:sldMasterIdLst>
  <p:notesMasterIdLst>
    <p:notesMasterId r:id="rId19"/>
  </p:notesMasterIdLst>
  <p:sldIdLst>
    <p:sldId id="256" r:id="rId3"/>
    <p:sldId id="257" r:id="rId4"/>
    <p:sldId id="259" r:id="rId5"/>
    <p:sldId id="260" r:id="rId6"/>
    <p:sldId id="263" r:id="rId7"/>
    <p:sldId id="269" r:id="rId8"/>
    <p:sldId id="262" r:id="rId9"/>
    <p:sldId id="278" r:id="rId10"/>
    <p:sldId id="264" r:id="rId11"/>
    <p:sldId id="266" r:id="rId12"/>
    <p:sldId id="279" r:id="rId13"/>
    <p:sldId id="272" r:id="rId14"/>
    <p:sldId id="280" r:id="rId15"/>
    <p:sldId id="277" r:id="rId16"/>
    <p:sldId id="274" r:id="rId17"/>
    <p:sldId id="276" r:id="rId18"/>
  </p:sldIdLst>
  <p:sldSz cx="9144000" cy="514985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D5C3"/>
    <a:srgbClr val="F6E6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03"/>
    <p:restoredTop sz="94643"/>
  </p:normalViewPr>
  <p:slideViewPr>
    <p:cSldViewPr snapToGrid="0">
      <p:cViewPr varScale="1">
        <p:scale>
          <a:sx n="153" d="100"/>
          <a:sy n="153" d="100"/>
        </p:scale>
        <p:origin x="10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Folie mittels Klicken verschieben</a:t>
            </a:r>
          </a:p>
        </p:txBody>
      </p:sp>
      <p:sp>
        <p:nvSpPr>
          <p:cNvPr id="131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der Notizen mittels Klicken bearbeiten</a:t>
            </a:r>
          </a:p>
        </p:txBody>
      </p:sp>
      <p:sp>
        <p:nvSpPr>
          <p:cNvPr id="131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&lt;Kopfzeile&gt;</a:t>
            </a:r>
          </a:p>
        </p:txBody>
      </p:sp>
      <p:sp>
        <p:nvSpPr>
          <p:cNvPr id="1318" name="PlaceHolder 4"/>
          <p:cNvSpPr>
            <a:spLocks noGrp="1"/>
          </p:cNvSpPr>
          <p:nvPr>
            <p:ph type="dt" idx="55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</a:p>
        </p:txBody>
      </p:sp>
      <p:sp>
        <p:nvSpPr>
          <p:cNvPr id="1319" name="PlaceHolder 5"/>
          <p:cNvSpPr>
            <a:spLocks noGrp="1"/>
          </p:cNvSpPr>
          <p:nvPr>
            <p:ph type="ftr" idx="56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</a:p>
        </p:txBody>
      </p:sp>
      <p:sp>
        <p:nvSpPr>
          <p:cNvPr id="1320" name="PlaceHolder 6"/>
          <p:cNvSpPr>
            <a:spLocks noGrp="1"/>
          </p:cNvSpPr>
          <p:nvPr>
            <p:ph type="sldNum" idx="57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1262F37-66F1-4AE4-B686-FDFF82A6541B}" type="slidenum"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ln w="0">
            <a:noFill/>
          </a:ln>
        </p:spPr>
      </p:sp>
      <p:sp>
        <p:nvSpPr>
          <p:cNvPr id="13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5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ln w="0">
            <a:noFill/>
          </a:ln>
        </p:spPr>
      </p:sp>
      <p:sp>
        <p:nvSpPr>
          <p:cNvPr id="13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8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ln w="0">
            <a:noFill/>
          </a:ln>
        </p:spPr>
      </p:sp>
      <p:sp>
        <p:nvSpPr>
          <p:cNvPr id="14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4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ln w="0">
            <a:noFill/>
          </a:ln>
        </p:spPr>
      </p:sp>
      <p:sp>
        <p:nvSpPr>
          <p:cNvPr id="14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7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ln w="0">
            <a:noFill/>
          </a:ln>
        </p:spPr>
      </p:sp>
      <p:sp>
        <p:nvSpPr>
          <p:cNvPr id="14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6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ln w="0">
            <a:noFill/>
          </a:ln>
        </p:spPr>
      </p:sp>
      <p:sp>
        <p:nvSpPr>
          <p:cNvPr id="14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4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ln w="0">
            <a:noFill/>
          </a:ln>
        </p:spPr>
      </p:sp>
      <p:sp>
        <p:nvSpPr>
          <p:cNvPr id="14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3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EDCC3-68F1-6B4A-6896-FDC505935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PlaceHolder 1">
            <a:extLst>
              <a:ext uri="{FF2B5EF4-FFF2-40B4-BE49-F238E27FC236}">
                <a16:creationId xmlns:a16="http://schemas.microsoft.com/office/drawing/2014/main" id="{288D241C-6AF7-414C-19A3-6B5BD307D2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ln w="0">
            <a:noFill/>
          </a:ln>
        </p:spPr>
      </p:sp>
      <p:sp>
        <p:nvSpPr>
          <p:cNvPr id="1412" name="PlaceHolder 2">
            <a:extLst>
              <a:ext uri="{FF2B5EF4-FFF2-40B4-BE49-F238E27FC236}">
                <a16:creationId xmlns:a16="http://schemas.microsoft.com/office/drawing/2014/main" id="{EACD2467-E1E0-DEE3-E13B-81C2A2313D0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3" name="PlaceHolder 3">
            <a:extLst>
              <a:ext uri="{FF2B5EF4-FFF2-40B4-BE49-F238E27FC236}">
                <a16:creationId xmlns:a16="http://schemas.microsoft.com/office/drawing/2014/main" id="{E04AEE06-DA0A-6DA2-4BE5-2FF59C05860D}"/>
              </a:ext>
            </a:extLst>
          </p:cNvPr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613532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ln w="0">
            <a:noFill/>
          </a:ln>
        </p:spPr>
      </p:sp>
      <p:sp>
        <p:nvSpPr>
          <p:cNvPr id="14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9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ln w="0">
            <a:noFill/>
          </a:ln>
        </p:spPr>
      </p:sp>
      <p:sp>
        <p:nvSpPr>
          <p:cNvPr id="14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5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1D0C0-D160-63AD-6194-A1D0E53DD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PlaceHolder 1">
            <a:extLst>
              <a:ext uri="{FF2B5EF4-FFF2-40B4-BE49-F238E27FC236}">
                <a16:creationId xmlns:a16="http://schemas.microsoft.com/office/drawing/2014/main" id="{1C7DE708-3229-BB4A-C61F-5AE766D787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ln w="0">
            <a:noFill/>
          </a:ln>
        </p:spPr>
      </p:sp>
      <p:sp>
        <p:nvSpPr>
          <p:cNvPr id="1424" name="PlaceHolder 2">
            <a:extLst>
              <a:ext uri="{FF2B5EF4-FFF2-40B4-BE49-F238E27FC236}">
                <a16:creationId xmlns:a16="http://schemas.microsoft.com/office/drawing/2014/main" id="{9B7ACF3D-BF88-8F60-3C29-08272571DE9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5" name="PlaceHolder 3">
            <a:extLst>
              <a:ext uri="{FF2B5EF4-FFF2-40B4-BE49-F238E27FC236}">
                <a16:creationId xmlns:a16="http://schemas.microsoft.com/office/drawing/2014/main" id="{66B4076B-F96A-C2C0-3D01-F625A12D1EC0}"/>
              </a:ext>
            </a:extLst>
          </p:cNvPr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909567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ln w="0">
            <a:noFill/>
          </a:ln>
        </p:spPr>
      </p:sp>
      <p:sp>
        <p:nvSpPr>
          <p:cNvPr id="14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3" name="PlaceHolder 3"/>
          <p:cNvSpPr>
            <a:spLocks noGrp="1"/>
          </p:cNvSpPr>
          <p:nvPr>
            <p:ph type="sldNum" idx="7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F33E7-E810-54CF-69FE-5476B3D64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PlaceHolder 1">
            <a:extLst>
              <a:ext uri="{FF2B5EF4-FFF2-40B4-BE49-F238E27FC236}">
                <a16:creationId xmlns:a16="http://schemas.microsoft.com/office/drawing/2014/main" id="{AEBBDD43-A6A7-C4A3-640B-63B3A02559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ln w="0">
            <a:noFill/>
          </a:ln>
        </p:spPr>
      </p:sp>
      <p:sp>
        <p:nvSpPr>
          <p:cNvPr id="1442" name="PlaceHolder 2">
            <a:extLst>
              <a:ext uri="{FF2B5EF4-FFF2-40B4-BE49-F238E27FC236}">
                <a16:creationId xmlns:a16="http://schemas.microsoft.com/office/drawing/2014/main" id="{2739285F-DAC9-3545-F266-6245B50420F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3" name="PlaceHolder 3">
            <a:extLst>
              <a:ext uri="{FF2B5EF4-FFF2-40B4-BE49-F238E27FC236}">
                <a16:creationId xmlns:a16="http://schemas.microsoft.com/office/drawing/2014/main" id="{F53761B2-BFA2-CF9E-3683-9673FA028CB8}"/>
              </a:ext>
            </a:extLst>
          </p:cNvPr>
          <p:cNvSpPr>
            <a:spLocks noGrp="1"/>
          </p:cNvSpPr>
          <p:nvPr>
            <p:ph type="sldNum" idx="7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867185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1F4D3-46EB-311D-C3EC-F84E6045B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PlaceHolder 1">
            <a:extLst>
              <a:ext uri="{FF2B5EF4-FFF2-40B4-BE49-F238E27FC236}">
                <a16:creationId xmlns:a16="http://schemas.microsoft.com/office/drawing/2014/main" id="{A0F5AA7E-070C-C083-39B5-BAE6CECC84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ln w="0">
            <a:noFill/>
          </a:ln>
        </p:spPr>
      </p:sp>
      <p:sp>
        <p:nvSpPr>
          <p:cNvPr id="1448" name="PlaceHolder 2">
            <a:extLst>
              <a:ext uri="{FF2B5EF4-FFF2-40B4-BE49-F238E27FC236}">
                <a16:creationId xmlns:a16="http://schemas.microsoft.com/office/drawing/2014/main" id="{CCD8733B-501B-2F4F-6B71-3075AC1CE63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9" name="PlaceHolder 3">
            <a:extLst>
              <a:ext uri="{FF2B5EF4-FFF2-40B4-BE49-F238E27FC236}">
                <a16:creationId xmlns:a16="http://schemas.microsoft.com/office/drawing/2014/main" id="{5FB29986-D277-1753-4568-C61A1C07E827}"/>
              </a:ext>
            </a:extLst>
          </p:cNvPr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555946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ln w="0">
            <a:noFill/>
          </a:ln>
        </p:spPr>
      </p:sp>
      <p:sp>
        <p:nvSpPr>
          <p:cNvPr id="14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9" name="PlaceHolder 3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ln w="0">
            <a:noFill/>
          </a:ln>
        </p:spPr>
      </p:sp>
      <p:sp>
        <p:nvSpPr>
          <p:cNvPr id="14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5" name="PlaceHolder 3"/>
          <p:cNvSpPr>
            <a:spLocks noGrp="1"/>
          </p:cNvSpPr>
          <p:nvPr>
            <p:ph type="sldNum" idx="7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3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7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8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9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8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9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1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2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23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5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29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3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4" name="Gruppieren 25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35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8" name="Freihandform: Form 26"/>
          <p:cNvSpPr/>
          <p:nvPr/>
        </p:nvSpPr>
        <p:spPr>
          <a:xfrm>
            <a:off x="0" y="1422360"/>
            <a:ext cx="3167640" cy="3492000"/>
          </a:xfrm>
          <a:custGeom>
            <a:avLst/>
            <a:gdLst>
              <a:gd name="textAreaLeft" fmla="*/ 0 w 3167640"/>
              <a:gd name="textAreaRight" fmla="*/ 3168000 w 3167640"/>
              <a:gd name="textAreaTop" fmla="*/ 0 h 3492000"/>
              <a:gd name="textAreaBottom" fmla="*/ 3492360 h 3492000"/>
              <a:gd name="GluePoint1X" fmla="*/ 3773588 w 4271120"/>
              <a:gd name="GluePoint1Y" fmla="*/ 3280579 h 4702819"/>
              <a:gd name="GluePoint2X" fmla="*/ 3717970 w 4271120"/>
              <a:gd name="GluePoint2Y" fmla="*/ 3393838 h 4702819"/>
              <a:gd name="GluePoint3X" fmla="*/ 3755385 w 4271120"/>
              <a:gd name="GluePoint3Y" fmla="*/ 3541480 h 4702819"/>
              <a:gd name="GluePoint4X" fmla="*/ 3742240 w 4271120"/>
              <a:gd name="GluePoint4Y" fmla="*/ 3544514 h 4702819"/>
              <a:gd name="GluePoint5X" fmla="*/ 3594598 w 4271120"/>
              <a:gd name="GluePoint5Y" fmla="*/ 3403951 h 4702819"/>
              <a:gd name="GluePoint6X" fmla="*/ 3773588 w 4271120"/>
              <a:gd name="GluePoint6Y" fmla="*/ 3280579 h 4702819"/>
              <a:gd name="GluePoint7X" fmla="*/ 3937409 w 4271120"/>
              <a:gd name="GluePoint7Y" fmla="*/ 2981250 h 4702819"/>
              <a:gd name="GluePoint8X" fmla="*/ 3833252 w 4271120"/>
              <a:gd name="GluePoint8Y" fmla="*/ 3118780 h 4702819"/>
              <a:gd name="GluePoint9X" fmla="*/ 3480327 w 4271120"/>
              <a:gd name="GluePoint9Y" fmla="*/ 3142039 h 4702819"/>
              <a:gd name="GluePoint10X" fmla="*/ 3488417 w 4271120"/>
              <a:gd name="GluePoint10Y" fmla="*/ 3070240 h 4702819"/>
              <a:gd name="GluePoint11X" fmla="*/ 3802914 w 4271120"/>
              <a:gd name="GluePoint11Y" fmla="*/ 3008554 h 4702819"/>
              <a:gd name="GluePoint12X" fmla="*/ 3937409 w 4271120"/>
              <a:gd name="GluePoint12Y" fmla="*/ 2981250 h 4702819"/>
              <a:gd name="GluePoint13X" fmla="*/ 1530647 w 4271120"/>
              <a:gd name="GluePoint13Y" fmla="*/ 2816671 h 4702819"/>
              <a:gd name="GluePoint14X" fmla="*/ 1538737 w 4271120"/>
              <a:gd name="GluePoint14Y" fmla="*/ 2820463 h 4702819"/>
              <a:gd name="GluePoint15X" fmla="*/ 1944246 w 4271120"/>
              <a:gd name="GluePoint15Y" fmla="*/ 3409008 h 4702819"/>
              <a:gd name="GluePoint16X" fmla="*/ 3606733 w 4271120"/>
              <a:gd name="GluePoint16Y" fmla="*/ 3913618 h 4702819"/>
              <a:gd name="GluePoint17X" fmla="*/ 3607744 w 4271120"/>
              <a:gd name="GluePoint17Y" fmla="*/ 3926765 h 4702819"/>
              <a:gd name="GluePoint18X" fmla="*/ 2423576 w 4271120"/>
              <a:gd name="GluePoint18Y" fmla="*/ 3894405 h 4702819"/>
              <a:gd name="GluePoint19X" fmla="*/ 2077731 w 4271120"/>
              <a:gd name="GluePoint19Y" fmla="*/ 3806426 h 4702819"/>
              <a:gd name="GluePoint20X" fmla="*/ 1525591 w 4271120"/>
              <a:gd name="GluePoint20Y" fmla="*/ 2823496 h 4702819"/>
              <a:gd name="GluePoint21X" fmla="*/ 1530647 w 4271120"/>
              <a:gd name="GluePoint21Y" fmla="*/ 2816671 h 4702819"/>
              <a:gd name="GluePoint22X" fmla="*/ 3996062 w 4271120"/>
              <a:gd name="GluePoint22Y" fmla="*/ 2605067 h 4702819"/>
              <a:gd name="GluePoint23X" fmla="*/ 4271120 w 4271120"/>
              <a:gd name="GluePoint23Y" fmla="*/ 2676866 h 4702819"/>
              <a:gd name="GluePoint24X" fmla="*/ 4008197 w 4271120"/>
              <a:gd name="GluePoint24Y" fmla="*/ 2693046 h 4702819"/>
              <a:gd name="GluePoint25X" fmla="*/ 3829207 w 4271120"/>
              <a:gd name="GluePoint25Y" fmla="*/ 2680911 h 4702819"/>
              <a:gd name="GluePoint26X" fmla="*/ 3670441 w 4271120"/>
              <a:gd name="GluePoint26Y" fmla="*/ 2642484 h 4702819"/>
              <a:gd name="GluePoint27X" fmla="*/ 3996062 w 4271120"/>
              <a:gd name="GluePoint27Y" fmla="*/ 2605067 h 4702819"/>
              <a:gd name="GluePoint28X" fmla="*/ 3443991 w 4271120"/>
              <a:gd name="GluePoint28Y" fmla="*/ 1373753 h 4702819"/>
              <a:gd name="GluePoint29X" fmla="*/ 3808982 w 4271120"/>
              <a:gd name="GluePoint29Y" fmla="*/ 1505845 h 4702819"/>
              <a:gd name="GluePoint30X" fmla="*/ 3766510 w 4271120"/>
              <a:gd name="GluePoint30Y" fmla="*/ 1714160 h 4702819"/>
              <a:gd name="GluePoint31X" fmla="*/ 3673475 w 4271120"/>
              <a:gd name="GluePoint31Y" fmla="*/ 1626182 h 4702819"/>
              <a:gd name="GluePoint32X" fmla="*/ 3503586 w 4271120"/>
              <a:gd name="GluePoint32Y" fmla="*/ 1940680 h 4702819"/>
              <a:gd name="GluePoint33X" fmla="*/ 3349877 w 4271120"/>
              <a:gd name="GluePoint33Y" fmla="*/ 1900230 h 4702819"/>
              <a:gd name="GluePoint34X" fmla="*/ 3263920 w 4271120"/>
              <a:gd name="GluePoint34Y" fmla="*/ 1778881 h 4702819"/>
              <a:gd name="GluePoint35X" fmla="*/ 2886727 w 4271120"/>
              <a:gd name="GluePoint35Y" fmla="*/ 1881016 h 4702819"/>
              <a:gd name="GluePoint36X" fmla="*/ 3400439 w 4271120"/>
              <a:gd name="GluePoint36Y" fmla="*/ 1585733 h 4702819"/>
              <a:gd name="GluePoint37X" fmla="*/ 2921109 w 4271120"/>
              <a:gd name="GluePoint37Y" fmla="*/ 1605957 h 4702819"/>
              <a:gd name="GluePoint38X" fmla="*/ 2913019 w 4271120"/>
              <a:gd name="GluePoint38Y" fmla="*/ 1594835 h 4702819"/>
              <a:gd name="GluePoint39X" fmla="*/ 3443991 w 4271120"/>
              <a:gd name="GluePoint39Y" fmla="*/ 1373753 h 4702819"/>
              <a:gd name="GluePoint40X" fmla="*/ 0 w 4271120"/>
              <a:gd name="GluePoint40Y" fmla="*/ 0 h 4702819"/>
              <a:gd name="GluePoint41X" fmla="*/ 115292 w 4271120"/>
              <a:gd name="GluePoint41Y" fmla="*/ 0 h 4702819"/>
              <a:gd name="GluePoint42X" fmla="*/ 274676 w 4271120"/>
              <a:gd name="GluePoint42Y" fmla="*/ 0 h 4702819"/>
              <a:gd name="GluePoint43X" fmla="*/ 3942724 w 4271120"/>
              <a:gd name="GluePoint43Y" fmla="*/ 0 h 4702819"/>
              <a:gd name="GluePoint44X" fmla="*/ 3939432 w 4271120"/>
              <a:gd name="GluePoint44Y" fmla="*/ 53696 h 4702819"/>
              <a:gd name="GluePoint45X" fmla="*/ 3684598 w 4271120"/>
              <a:gd name="GluePoint45Y" fmla="*/ 334822 h 4702819"/>
              <a:gd name="GluePoint46X" fmla="*/ 3981904 w 4271120"/>
              <a:gd name="GluePoint46Y" fmla="*/ 155833 h 4702819"/>
              <a:gd name="GluePoint47X" fmla="*/ 3993028 w 4271120"/>
              <a:gd name="GluePoint47Y" fmla="*/ 404599 h 4702819"/>
              <a:gd name="GluePoint48X" fmla="*/ 3433810 w 4271120"/>
              <a:gd name="GluePoint48Y" fmla="*/ 635163 h 4702819"/>
              <a:gd name="GluePoint49X" fmla="*/ 2283013 w 4271120"/>
              <a:gd name="GluePoint49Y" fmla="*/ 464262 h 4702819"/>
              <a:gd name="GluePoint50X" fmla="*/ 2284025 w 4271120"/>
              <a:gd name="GluePoint50Y" fmla="*/ 455161 h 4702819"/>
              <a:gd name="GluePoint51X" fmla="*/ 2959536 w 4271120"/>
              <a:gd name="GluePoint51Y" fmla="*/ 115383 h 4702819"/>
              <a:gd name="GluePoint52X" fmla="*/ 2949424 w 4271120"/>
              <a:gd name="GluePoint52Y" fmla="*/ 107293 h 4702819"/>
              <a:gd name="GluePoint53X" fmla="*/ 1789525 w 4271120"/>
              <a:gd name="GluePoint53Y" fmla="*/ 314598 h 4702819"/>
              <a:gd name="GluePoint54X" fmla="*/ 1564018 w 4271120"/>
              <a:gd name="GluePoint54Y" fmla="*/ 251900 h 4702819"/>
              <a:gd name="GluePoint55X" fmla="*/ 1554917 w 4271120"/>
              <a:gd name="GluePoint55Y" fmla="*/ 262013 h 4702819"/>
              <a:gd name="GluePoint56X" fmla="*/ 2389194 w 4271120"/>
              <a:gd name="GluePoint56Y" fmla="*/ 907188 h 4702819"/>
              <a:gd name="GluePoint57X" fmla="*/ 2159641 w 4271120"/>
              <a:gd name="GluePoint57Y" fmla="*/ 613927 h 4702819"/>
              <a:gd name="GluePoint58X" fmla="*/ 2255710 w 4271120"/>
              <a:gd name="GluePoint58Y" fmla="*/ 818197 h 4702819"/>
              <a:gd name="GluePoint59X" fmla="*/ 2248631 w 4271120"/>
              <a:gd name="GluePoint59Y" fmla="*/ 897075 h 4702819"/>
              <a:gd name="GluePoint60X" fmla="*/ 2071663 w 4271120"/>
              <a:gd name="GluePoint60Y" fmla="*/ 706960 h 4702819"/>
              <a:gd name="GluePoint61X" fmla="*/ 2063573 w 4271120"/>
              <a:gd name="GluePoint61Y" fmla="*/ 718085 h 4702819"/>
              <a:gd name="GluePoint62X" fmla="*/ 1981662 w 4271120"/>
              <a:gd name="GluePoint62Y" fmla="*/ 1090223 h 4702819"/>
              <a:gd name="GluePoint63X" fmla="*/ 2015034 w 4271120"/>
              <a:gd name="GluePoint63Y" fmla="*/ 1068987 h 4702819"/>
              <a:gd name="GluePoint64X" fmla="*/ 2152563 w 4271120"/>
              <a:gd name="GluePoint64Y" fmla="*/ 876851 h 4702819"/>
              <a:gd name="GluePoint65X" fmla="*/ 2193013 w 4271120"/>
              <a:gd name="GluePoint65Y" fmla="*/ 935503 h 4702819"/>
              <a:gd name="GluePoint66X" fmla="*/ 2042337 w 4271120"/>
              <a:gd name="GluePoint66Y" fmla="*/ 1153931 h 4702819"/>
              <a:gd name="GluePoint67X" fmla="*/ 1195925 w 4271120"/>
              <a:gd name="GluePoint67Y" fmla="*/ 1315731 h 4702819"/>
              <a:gd name="GluePoint68X" fmla="*/ 1759188 w 4271120"/>
              <a:gd name="GluePoint68Y" fmla="*/ 1329888 h 4702819"/>
              <a:gd name="GluePoint69X" fmla="*/ 1762222 w 4271120"/>
              <a:gd name="GluePoint69Y" fmla="*/ 1336967 h 4702819"/>
              <a:gd name="GluePoint70X" fmla="*/ 1303117 w 4271120"/>
              <a:gd name="GluePoint70Y" fmla="*/ 1458316 h 4702819"/>
              <a:gd name="GluePoint71X" fmla="*/ 1879527 w 4271120"/>
              <a:gd name="GluePoint71Y" fmla="*/ 1385506 h 4702819"/>
              <a:gd name="GluePoint72X" fmla="*/ 1882560 w 4271120"/>
              <a:gd name="GluePoint72Y" fmla="*/ 1389551 h 4702819"/>
              <a:gd name="GluePoint73X" fmla="*/ 1158509 w 4271120"/>
              <a:gd name="GluePoint73Y" fmla="*/ 1608992 h 4702819"/>
              <a:gd name="GluePoint74X" fmla="*/ 1500309 w 4271120"/>
              <a:gd name="GluePoint74Y" fmla="*/ 1648430 h 4702819"/>
              <a:gd name="GluePoint75X" fmla="*/ 1502332 w 4271120"/>
              <a:gd name="GluePoint75Y" fmla="*/ 1651464 h 4702819"/>
              <a:gd name="GluePoint76X" fmla="*/ 1323342 w 4271120"/>
              <a:gd name="GluePoint76Y" fmla="*/ 1726296 h 4702819"/>
              <a:gd name="GluePoint77X" fmla="*/ 1387050 w 4271120"/>
              <a:gd name="GluePoint77Y" fmla="*/ 1741465 h 4702819"/>
              <a:gd name="GluePoint78X" fmla="*/ 1442669 w 4271120"/>
              <a:gd name="GluePoint78Y" fmla="*/ 1750566 h 4702819"/>
              <a:gd name="GluePoint79X" fmla="*/ 1983684 w 4271120"/>
              <a:gd name="GluePoint79Y" fmla="*/ 1635284 h 4702819"/>
              <a:gd name="GluePoint80X" fmla="*/ 2041326 w 4271120"/>
              <a:gd name="GluePoint80Y" fmla="*/ 1604947 h 4702819"/>
              <a:gd name="GluePoint81X" fmla="*/ 1993797 w 4271120"/>
              <a:gd name="GluePoint81Y" fmla="*/ 1723262 h 4702819"/>
              <a:gd name="GluePoint82X" fmla="*/ 1881549 w 4271120"/>
              <a:gd name="GluePoint82Y" fmla="*/ 1801128 h 4702819"/>
              <a:gd name="GluePoint83X" fmla="*/ 1868403 w 4271120"/>
              <a:gd name="GluePoint83Y" fmla="*/ 1865847 h 4702819"/>
              <a:gd name="GluePoint84X" fmla="*/ 1001766 w 4271120"/>
              <a:gd name="GluePoint84Y" fmla="*/ 1993265 h 4702819"/>
              <a:gd name="GluePoint85X" fmla="*/ 999744 w 4271120"/>
              <a:gd name="GluePoint85Y" fmla="*/ 1993265 h 4702819"/>
              <a:gd name="GluePoint86X" fmla="*/ 1477051 w 4271120"/>
              <a:gd name="GluePoint86Y" fmla="*/ 2115625 h 4702819"/>
              <a:gd name="GluePoint87X" fmla="*/ 1478062 w 4271120"/>
              <a:gd name="GluePoint87Y" fmla="*/ 2118658 h 4702819"/>
              <a:gd name="GluePoint88X" fmla="*/ 1337500 w 4271120"/>
              <a:gd name="GluePoint88Y" fmla="*/ 2160120 h 4702819"/>
              <a:gd name="GluePoint89X" fmla="*/ 1830987 w 4271120"/>
              <a:gd name="GluePoint89Y" fmla="*/ 2044838 h 4702819"/>
              <a:gd name="GluePoint90X" fmla="*/ 1840088 w 4271120"/>
              <a:gd name="GluePoint90Y" fmla="*/ 2054950 h 4702819"/>
              <a:gd name="GluePoint91X" fmla="*/ 1610536 w 4271120"/>
              <a:gd name="GluePoint91Y" fmla="*/ 2209670 h 4702819"/>
              <a:gd name="GluePoint92X" fmla="*/ 970417 w 4271120"/>
              <a:gd name="GluePoint92Y" fmla="*/ 2143940 h 4702819"/>
              <a:gd name="GluePoint93X" fmla="*/ 1531659 w 4271120"/>
              <a:gd name="GluePoint93Y" fmla="*/ 2446302 h 4702819"/>
              <a:gd name="GluePoint94X" fmla="*/ 1040194 w 4271120"/>
              <a:gd name="GluePoint94Y" fmla="*/ 2520123 h 4702819"/>
              <a:gd name="GluePoint95X" fmla="*/ 1012890 w 4271120"/>
              <a:gd name="GluePoint95Y" fmla="*/ 2497875 h 4702819"/>
              <a:gd name="GluePoint96X" fmla="*/ 585134 w 4271120"/>
              <a:gd name="GluePoint96Y" fmla="*/ 2905408 h 4702819"/>
              <a:gd name="GluePoint97X" fmla="*/ 2443801 w 4271120"/>
              <a:gd name="GluePoint97Y" fmla="*/ 4164407 h 4702819"/>
              <a:gd name="GluePoint98X" fmla="*/ 2680749 w 4271120"/>
              <a:gd name="GluePoint98Y" fmla="*/ 4641304 h 4702819"/>
              <a:gd name="GluePoint99X" fmla="*/ 2704586 w 4271120"/>
              <a:gd name="GluePoint99Y" fmla="*/ 4702819 h 4702819"/>
              <a:gd name="GluePoint100X" fmla="*/ 274676 w 4271120"/>
              <a:gd name="GluePoint100Y" fmla="*/ 4702819 h 4702819"/>
              <a:gd name="GluePoint101X" fmla="*/ 115292 w 4271120"/>
              <a:gd name="GluePoint101Y" fmla="*/ 4702819 h 4702819"/>
              <a:gd name="GluePoint102X" fmla="*/ 0 w 4271120"/>
              <a:gd name="GluePoint102Y" fmla="*/ 4702819 h 470281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  <a:cxn ang="0">
                <a:pos x="GluePoint64X" y="GluePoint64Y"/>
              </a:cxn>
              <a:cxn ang="0">
                <a:pos x="GluePoint65X" y="GluePoint65Y"/>
              </a:cxn>
              <a:cxn ang="0">
                <a:pos x="GluePoint66X" y="GluePoint66Y"/>
              </a:cxn>
              <a:cxn ang="0">
                <a:pos x="GluePoint67X" y="GluePoint67Y"/>
              </a:cxn>
              <a:cxn ang="0">
                <a:pos x="GluePoint68X" y="GluePoint68Y"/>
              </a:cxn>
              <a:cxn ang="0">
                <a:pos x="GluePoint69X" y="GluePoint69Y"/>
              </a:cxn>
              <a:cxn ang="0">
                <a:pos x="GluePoint70X" y="GluePoint70Y"/>
              </a:cxn>
              <a:cxn ang="0">
                <a:pos x="GluePoint71X" y="GluePoint71Y"/>
              </a:cxn>
              <a:cxn ang="0">
                <a:pos x="GluePoint72X" y="GluePoint72Y"/>
              </a:cxn>
              <a:cxn ang="0">
                <a:pos x="GluePoint73X" y="GluePoint73Y"/>
              </a:cxn>
              <a:cxn ang="0">
                <a:pos x="GluePoint74X" y="GluePoint74Y"/>
              </a:cxn>
              <a:cxn ang="0">
                <a:pos x="GluePoint75X" y="GluePoint75Y"/>
              </a:cxn>
              <a:cxn ang="0">
                <a:pos x="GluePoint76X" y="GluePoint76Y"/>
              </a:cxn>
              <a:cxn ang="0">
                <a:pos x="GluePoint77X" y="GluePoint77Y"/>
              </a:cxn>
              <a:cxn ang="0">
                <a:pos x="GluePoint78X" y="GluePoint78Y"/>
              </a:cxn>
              <a:cxn ang="0">
                <a:pos x="GluePoint79X" y="GluePoint79Y"/>
              </a:cxn>
              <a:cxn ang="0">
                <a:pos x="GluePoint80X" y="GluePoint80Y"/>
              </a:cxn>
              <a:cxn ang="0">
                <a:pos x="GluePoint81X" y="GluePoint81Y"/>
              </a:cxn>
              <a:cxn ang="0">
                <a:pos x="GluePoint82X" y="GluePoint82Y"/>
              </a:cxn>
              <a:cxn ang="0">
                <a:pos x="GluePoint83X" y="GluePoint83Y"/>
              </a:cxn>
              <a:cxn ang="0">
                <a:pos x="GluePoint84X" y="GluePoint84Y"/>
              </a:cxn>
              <a:cxn ang="0">
                <a:pos x="GluePoint85X" y="GluePoint85Y"/>
              </a:cxn>
              <a:cxn ang="0">
                <a:pos x="GluePoint86X" y="GluePoint86Y"/>
              </a:cxn>
              <a:cxn ang="0">
                <a:pos x="GluePoint87X" y="GluePoint87Y"/>
              </a:cxn>
              <a:cxn ang="0">
                <a:pos x="GluePoint88X" y="GluePoint88Y"/>
              </a:cxn>
              <a:cxn ang="0">
                <a:pos x="GluePoint89X" y="GluePoint89Y"/>
              </a:cxn>
              <a:cxn ang="0">
                <a:pos x="GluePoint90X" y="GluePoint90Y"/>
              </a:cxn>
              <a:cxn ang="0">
                <a:pos x="GluePoint91X" y="GluePoint91Y"/>
              </a:cxn>
              <a:cxn ang="0">
                <a:pos x="GluePoint92X" y="GluePoint92Y"/>
              </a:cxn>
              <a:cxn ang="0">
                <a:pos x="GluePoint93X" y="GluePoint93Y"/>
              </a:cxn>
              <a:cxn ang="0">
                <a:pos x="GluePoint94X" y="GluePoint94Y"/>
              </a:cxn>
              <a:cxn ang="0">
                <a:pos x="GluePoint95X" y="GluePoint95Y"/>
              </a:cxn>
              <a:cxn ang="0">
                <a:pos x="GluePoint96X" y="GluePoint96Y"/>
              </a:cxn>
              <a:cxn ang="0">
                <a:pos x="GluePoint97X" y="GluePoint97Y"/>
              </a:cxn>
              <a:cxn ang="0">
                <a:pos x="GluePoint98X" y="GluePoint98Y"/>
              </a:cxn>
              <a:cxn ang="0">
                <a:pos x="GluePoint99X" y="GluePoint99Y"/>
              </a:cxn>
              <a:cxn ang="0">
                <a:pos x="GluePoint100X" y="GluePoint100Y"/>
              </a:cxn>
              <a:cxn ang="0">
                <a:pos x="GluePoint101X" y="GluePoint101Y"/>
              </a:cxn>
              <a:cxn ang="0">
                <a:pos x="GluePoint102X" y="GluePoint102Y"/>
              </a:cxn>
            </a:cxnLst>
            <a:rect l="textAreaLeft" t="textAreaTop" r="textAreaRight" b="textAreaBottom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title" hasCustomPrompt="1"/>
          </p:nvPr>
        </p:nvSpPr>
        <p:spPr>
          <a:xfrm>
            <a:off x="3654360" y="2268000"/>
            <a:ext cx="4400640" cy="1069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</a:p>
        </p:txBody>
      </p:sp>
      <p:grpSp>
        <p:nvGrpSpPr>
          <p:cNvPr id="40" name="Grafik 6"/>
          <p:cNvGrpSpPr/>
          <p:nvPr/>
        </p:nvGrpSpPr>
        <p:grpSpPr>
          <a:xfrm>
            <a:off x="522720" y="385200"/>
            <a:ext cx="1527840" cy="583200"/>
            <a:chOff x="522720" y="385200"/>
            <a:chExt cx="1527840" cy="583200"/>
          </a:xfrm>
        </p:grpSpPr>
        <p:sp>
          <p:nvSpPr>
            <p:cNvPr id="41" name="Freihandform: Form 8"/>
            <p:cNvSpPr/>
            <p:nvPr/>
          </p:nvSpPr>
          <p:spPr>
            <a:xfrm>
              <a:off x="1888920" y="825480"/>
              <a:ext cx="161640" cy="14292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2920"/>
                <a:gd name="textAreaBottom" fmla="*/ 143280 h 14292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Freihandform: Form 9"/>
            <p:cNvSpPr/>
            <p:nvPr/>
          </p:nvSpPr>
          <p:spPr>
            <a:xfrm>
              <a:off x="1432440" y="512640"/>
              <a:ext cx="394200" cy="39708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397080"/>
                <a:gd name="textAreaBottom" fmla="*/ 397440 h 39708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Freihandform: Form 10"/>
            <p:cNvSpPr/>
            <p:nvPr/>
          </p:nvSpPr>
          <p:spPr>
            <a:xfrm>
              <a:off x="52272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Freihandform: Form 11"/>
            <p:cNvSpPr/>
            <p:nvPr/>
          </p:nvSpPr>
          <p:spPr>
            <a:xfrm>
              <a:off x="97920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5" name="PlaceHolder 2"/>
          <p:cNvSpPr>
            <a:spLocks noGrp="1"/>
          </p:cNvSpPr>
          <p:nvPr>
            <p:ph type="dt" idx="1"/>
          </p:nvPr>
        </p:nvSpPr>
        <p:spPr>
          <a:xfrm>
            <a:off x="526680" y="4460400"/>
            <a:ext cx="205704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57200" y="1204920"/>
            <a:ext cx="8229240" cy="298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Format des Gliederungstextes durch Klicken bearbeiten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Gliederungsebene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Gliederungsebene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Vierte Gliederungsebene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Fünfte Gliederungsebene</a:t>
            </a:r>
          </a:p>
          <a:p>
            <a:pPr marL="2592000" lvl="5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Sechste Gliederungsebene</a:t>
            </a:r>
          </a:p>
          <a:p>
            <a:pPr marL="3024000" lvl="6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Siebte Gliederungsebene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7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458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9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0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461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462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463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464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5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6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7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8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9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70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1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2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73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474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5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76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77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478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9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80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1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2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83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484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5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6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7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88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489" name="Gruppieren 2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490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1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2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93" name="Freihandform: Form 25"/>
          <p:cNvSpPr/>
          <p:nvPr/>
        </p:nvSpPr>
        <p:spPr>
          <a:xfrm>
            <a:off x="0" y="1422360"/>
            <a:ext cx="3167640" cy="3492000"/>
          </a:xfrm>
          <a:custGeom>
            <a:avLst/>
            <a:gdLst>
              <a:gd name="textAreaLeft" fmla="*/ 0 w 3167640"/>
              <a:gd name="textAreaRight" fmla="*/ 3168000 w 3167640"/>
              <a:gd name="textAreaTop" fmla="*/ 0 h 3492000"/>
              <a:gd name="textAreaBottom" fmla="*/ 3492360 h 3492000"/>
              <a:gd name="GluePoint1X" fmla="*/ 3773588 w 4271120"/>
              <a:gd name="GluePoint1Y" fmla="*/ 3280579 h 4702819"/>
              <a:gd name="GluePoint2X" fmla="*/ 3717970 w 4271120"/>
              <a:gd name="GluePoint2Y" fmla="*/ 3393838 h 4702819"/>
              <a:gd name="GluePoint3X" fmla="*/ 3755385 w 4271120"/>
              <a:gd name="GluePoint3Y" fmla="*/ 3541480 h 4702819"/>
              <a:gd name="GluePoint4X" fmla="*/ 3742240 w 4271120"/>
              <a:gd name="GluePoint4Y" fmla="*/ 3544514 h 4702819"/>
              <a:gd name="GluePoint5X" fmla="*/ 3594598 w 4271120"/>
              <a:gd name="GluePoint5Y" fmla="*/ 3403951 h 4702819"/>
              <a:gd name="GluePoint6X" fmla="*/ 3773588 w 4271120"/>
              <a:gd name="GluePoint6Y" fmla="*/ 3280579 h 4702819"/>
              <a:gd name="GluePoint7X" fmla="*/ 3937409 w 4271120"/>
              <a:gd name="GluePoint7Y" fmla="*/ 2981250 h 4702819"/>
              <a:gd name="GluePoint8X" fmla="*/ 3833252 w 4271120"/>
              <a:gd name="GluePoint8Y" fmla="*/ 3118780 h 4702819"/>
              <a:gd name="GluePoint9X" fmla="*/ 3480327 w 4271120"/>
              <a:gd name="GluePoint9Y" fmla="*/ 3142039 h 4702819"/>
              <a:gd name="GluePoint10X" fmla="*/ 3488417 w 4271120"/>
              <a:gd name="GluePoint10Y" fmla="*/ 3070240 h 4702819"/>
              <a:gd name="GluePoint11X" fmla="*/ 3802914 w 4271120"/>
              <a:gd name="GluePoint11Y" fmla="*/ 3008554 h 4702819"/>
              <a:gd name="GluePoint12X" fmla="*/ 3937409 w 4271120"/>
              <a:gd name="GluePoint12Y" fmla="*/ 2981250 h 4702819"/>
              <a:gd name="GluePoint13X" fmla="*/ 1530647 w 4271120"/>
              <a:gd name="GluePoint13Y" fmla="*/ 2816671 h 4702819"/>
              <a:gd name="GluePoint14X" fmla="*/ 1538737 w 4271120"/>
              <a:gd name="GluePoint14Y" fmla="*/ 2820463 h 4702819"/>
              <a:gd name="GluePoint15X" fmla="*/ 1944246 w 4271120"/>
              <a:gd name="GluePoint15Y" fmla="*/ 3409008 h 4702819"/>
              <a:gd name="GluePoint16X" fmla="*/ 3606733 w 4271120"/>
              <a:gd name="GluePoint16Y" fmla="*/ 3913618 h 4702819"/>
              <a:gd name="GluePoint17X" fmla="*/ 3607744 w 4271120"/>
              <a:gd name="GluePoint17Y" fmla="*/ 3926765 h 4702819"/>
              <a:gd name="GluePoint18X" fmla="*/ 2423576 w 4271120"/>
              <a:gd name="GluePoint18Y" fmla="*/ 3894405 h 4702819"/>
              <a:gd name="GluePoint19X" fmla="*/ 2077731 w 4271120"/>
              <a:gd name="GluePoint19Y" fmla="*/ 3806426 h 4702819"/>
              <a:gd name="GluePoint20X" fmla="*/ 1525591 w 4271120"/>
              <a:gd name="GluePoint20Y" fmla="*/ 2823496 h 4702819"/>
              <a:gd name="GluePoint21X" fmla="*/ 1530647 w 4271120"/>
              <a:gd name="GluePoint21Y" fmla="*/ 2816671 h 4702819"/>
              <a:gd name="GluePoint22X" fmla="*/ 3996062 w 4271120"/>
              <a:gd name="GluePoint22Y" fmla="*/ 2605067 h 4702819"/>
              <a:gd name="GluePoint23X" fmla="*/ 4271120 w 4271120"/>
              <a:gd name="GluePoint23Y" fmla="*/ 2676866 h 4702819"/>
              <a:gd name="GluePoint24X" fmla="*/ 4008197 w 4271120"/>
              <a:gd name="GluePoint24Y" fmla="*/ 2693046 h 4702819"/>
              <a:gd name="GluePoint25X" fmla="*/ 3829207 w 4271120"/>
              <a:gd name="GluePoint25Y" fmla="*/ 2680911 h 4702819"/>
              <a:gd name="GluePoint26X" fmla="*/ 3670441 w 4271120"/>
              <a:gd name="GluePoint26Y" fmla="*/ 2642484 h 4702819"/>
              <a:gd name="GluePoint27X" fmla="*/ 3996062 w 4271120"/>
              <a:gd name="GluePoint27Y" fmla="*/ 2605067 h 4702819"/>
              <a:gd name="GluePoint28X" fmla="*/ 3443991 w 4271120"/>
              <a:gd name="GluePoint28Y" fmla="*/ 1373753 h 4702819"/>
              <a:gd name="GluePoint29X" fmla="*/ 3808982 w 4271120"/>
              <a:gd name="GluePoint29Y" fmla="*/ 1505845 h 4702819"/>
              <a:gd name="GluePoint30X" fmla="*/ 3766510 w 4271120"/>
              <a:gd name="GluePoint30Y" fmla="*/ 1714160 h 4702819"/>
              <a:gd name="GluePoint31X" fmla="*/ 3673475 w 4271120"/>
              <a:gd name="GluePoint31Y" fmla="*/ 1626182 h 4702819"/>
              <a:gd name="GluePoint32X" fmla="*/ 3503586 w 4271120"/>
              <a:gd name="GluePoint32Y" fmla="*/ 1940680 h 4702819"/>
              <a:gd name="GluePoint33X" fmla="*/ 3349877 w 4271120"/>
              <a:gd name="GluePoint33Y" fmla="*/ 1900230 h 4702819"/>
              <a:gd name="GluePoint34X" fmla="*/ 3263920 w 4271120"/>
              <a:gd name="GluePoint34Y" fmla="*/ 1778881 h 4702819"/>
              <a:gd name="GluePoint35X" fmla="*/ 2886727 w 4271120"/>
              <a:gd name="GluePoint35Y" fmla="*/ 1881016 h 4702819"/>
              <a:gd name="GluePoint36X" fmla="*/ 3400439 w 4271120"/>
              <a:gd name="GluePoint36Y" fmla="*/ 1585733 h 4702819"/>
              <a:gd name="GluePoint37X" fmla="*/ 2921109 w 4271120"/>
              <a:gd name="GluePoint37Y" fmla="*/ 1605957 h 4702819"/>
              <a:gd name="GluePoint38X" fmla="*/ 2913019 w 4271120"/>
              <a:gd name="GluePoint38Y" fmla="*/ 1594835 h 4702819"/>
              <a:gd name="GluePoint39X" fmla="*/ 3443991 w 4271120"/>
              <a:gd name="GluePoint39Y" fmla="*/ 1373753 h 4702819"/>
              <a:gd name="GluePoint40X" fmla="*/ 0 w 4271120"/>
              <a:gd name="GluePoint40Y" fmla="*/ 0 h 4702819"/>
              <a:gd name="GluePoint41X" fmla="*/ 115292 w 4271120"/>
              <a:gd name="GluePoint41Y" fmla="*/ 0 h 4702819"/>
              <a:gd name="GluePoint42X" fmla="*/ 274676 w 4271120"/>
              <a:gd name="GluePoint42Y" fmla="*/ 0 h 4702819"/>
              <a:gd name="GluePoint43X" fmla="*/ 3942724 w 4271120"/>
              <a:gd name="GluePoint43Y" fmla="*/ 0 h 4702819"/>
              <a:gd name="GluePoint44X" fmla="*/ 3939432 w 4271120"/>
              <a:gd name="GluePoint44Y" fmla="*/ 53696 h 4702819"/>
              <a:gd name="GluePoint45X" fmla="*/ 3684598 w 4271120"/>
              <a:gd name="GluePoint45Y" fmla="*/ 334822 h 4702819"/>
              <a:gd name="GluePoint46X" fmla="*/ 3981904 w 4271120"/>
              <a:gd name="GluePoint46Y" fmla="*/ 155833 h 4702819"/>
              <a:gd name="GluePoint47X" fmla="*/ 3993028 w 4271120"/>
              <a:gd name="GluePoint47Y" fmla="*/ 404599 h 4702819"/>
              <a:gd name="GluePoint48X" fmla="*/ 3433810 w 4271120"/>
              <a:gd name="GluePoint48Y" fmla="*/ 635163 h 4702819"/>
              <a:gd name="GluePoint49X" fmla="*/ 2283013 w 4271120"/>
              <a:gd name="GluePoint49Y" fmla="*/ 464262 h 4702819"/>
              <a:gd name="GluePoint50X" fmla="*/ 2284025 w 4271120"/>
              <a:gd name="GluePoint50Y" fmla="*/ 455161 h 4702819"/>
              <a:gd name="GluePoint51X" fmla="*/ 2959536 w 4271120"/>
              <a:gd name="GluePoint51Y" fmla="*/ 115383 h 4702819"/>
              <a:gd name="GluePoint52X" fmla="*/ 2949424 w 4271120"/>
              <a:gd name="GluePoint52Y" fmla="*/ 107293 h 4702819"/>
              <a:gd name="GluePoint53X" fmla="*/ 1789525 w 4271120"/>
              <a:gd name="GluePoint53Y" fmla="*/ 314598 h 4702819"/>
              <a:gd name="GluePoint54X" fmla="*/ 1564018 w 4271120"/>
              <a:gd name="GluePoint54Y" fmla="*/ 251900 h 4702819"/>
              <a:gd name="GluePoint55X" fmla="*/ 1554917 w 4271120"/>
              <a:gd name="GluePoint55Y" fmla="*/ 262013 h 4702819"/>
              <a:gd name="GluePoint56X" fmla="*/ 2389194 w 4271120"/>
              <a:gd name="GluePoint56Y" fmla="*/ 907188 h 4702819"/>
              <a:gd name="GluePoint57X" fmla="*/ 2159641 w 4271120"/>
              <a:gd name="GluePoint57Y" fmla="*/ 613927 h 4702819"/>
              <a:gd name="GluePoint58X" fmla="*/ 2255710 w 4271120"/>
              <a:gd name="GluePoint58Y" fmla="*/ 818197 h 4702819"/>
              <a:gd name="GluePoint59X" fmla="*/ 2248631 w 4271120"/>
              <a:gd name="GluePoint59Y" fmla="*/ 897075 h 4702819"/>
              <a:gd name="GluePoint60X" fmla="*/ 2071663 w 4271120"/>
              <a:gd name="GluePoint60Y" fmla="*/ 706960 h 4702819"/>
              <a:gd name="GluePoint61X" fmla="*/ 2063573 w 4271120"/>
              <a:gd name="GluePoint61Y" fmla="*/ 718085 h 4702819"/>
              <a:gd name="GluePoint62X" fmla="*/ 1981662 w 4271120"/>
              <a:gd name="GluePoint62Y" fmla="*/ 1090223 h 4702819"/>
              <a:gd name="GluePoint63X" fmla="*/ 2015034 w 4271120"/>
              <a:gd name="GluePoint63Y" fmla="*/ 1068987 h 4702819"/>
              <a:gd name="GluePoint64X" fmla="*/ 2152563 w 4271120"/>
              <a:gd name="GluePoint64Y" fmla="*/ 876851 h 4702819"/>
              <a:gd name="GluePoint65X" fmla="*/ 2193013 w 4271120"/>
              <a:gd name="GluePoint65Y" fmla="*/ 935503 h 4702819"/>
              <a:gd name="GluePoint66X" fmla="*/ 2042337 w 4271120"/>
              <a:gd name="GluePoint66Y" fmla="*/ 1153931 h 4702819"/>
              <a:gd name="GluePoint67X" fmla="*/ 1195925 w 4271120"/>
              <a:gd name="GluePoint67Y" fmla="*/ 1315731 h 4702819"/>
              <a:gd name="GluePoint68X" fmla="*/ 1759188 w 4271120"/>
              <a:gd name="GluePoint68Y" fmla="*/ 1329888 h 4702819"/>
              <a:gd name="GluePoint69X" fmla="*/ 1762222 w 4271120"/>
              <a:gd name="GluePoint69Y" fmla="*/ 1336967 h 4702819"/>
              <a:gd name="GluePoint70X" fmla="*/ 1303117 w 4271120"/>
              <a:gd name="GluePoint70Y" fmla="*/ 1458316 h 4702819"/>
              <a:gd name="GluePoint71X" fmla="*/ 1879527 w 4271120"/>
              <a:gd name="GluePoint71Y" fmla="*/ 1385506 h 4702819"/>
              <a:gd name="GluePoint72X" fmla="*/ 1882560 w 4271120"/>
              <a:gd name="GluePoint72Y" fmla="*/ 1389551 h 4702819"/>
              <a:gd name="GluePoint73X" fmla="*/ 1158509 w 4271120"/>
              <a:gd name="GluePoint73Y" fmla="*/ 1608992 h 4702819"/>
              <a:gd name="GluePoint74X" fmla="*/ 1500309 w 4271120"/>
              <a:gd name="GluePoint74Y" fmla="*/ 1648430 h 4702819"/>
              <a:gd name="GluePoint75X" fmla="*/ 1502332 w 4271120"/>
              <a:gd name="GluePoint75Y" fmla="*/ 1651464 h 4702819"/>
              <a:gd name="GluePoint76X" fmla="*/ 1323342 w 4271120"/>
              <a:gd name="GluePoint76Y" fmla="*/ 1726296 h 4702819"/>
              <a:gd name="GluePoint77X" fmla="*/ 1387050 w 4271120"/>
              <a:gd name="GluePoint77Y" fmla="*/ 1741465 h 4702819"/>
              <a:gd name="GluePoint78X" fmla="*/ 1442669 w 4271120"/>
              <a:gd name="GluePoint78Y" fmla="*/ 1750566 h 4702819"/>
              <a:gd name="GluePoint79X" fmla="*/ 1983684 w 4271120"/>
              <a:gd name="GluePoint79Y" fmla="*/ 1635284 h 4702819"/>
              <a:gd name="GluePoint80X" fmla="*/ 2041326 w 4271120"/>
              <a:gd name="GluePoint80Y" fmla="*/ 1604947 h 4702819"/>
              <a:gd name="GluePoint81X" fmla="*/ 1993797 w 4271120"/>
              <a:gd name="GluePoint81Y" fmla="*/ 1723262 h 4702819"/>
              <a:gd name="GluePoint82X" fmla="*/ 1881549 w 4271120"/>
              <a:gd name="GluePoint82Y" fmla="*/ 1801128 h 4702819"/>
              <a:gd name="GluePoint83X" fmla="*/ 1868403 w 4271120"/>
              <a:gd name="GluePoint83Y" fmla="*/ 1865847 h 4702819"/>
              <a:gd name="GluePoint84X" fmla="*/ 1001766 w 4271120"/>
              <a:gd name="GluePoint84Y" fmla="*/ 1993265 h 4702819"/>
              <a:gd name="GluePoint85X" fmla="*/ 999744 w 4271120"/>
              <a:gd name="GluePoint85Y" fmla="*/ 1993265 h 4702819"/>
              <a:gd name="GluePoint86X" fmla="*/ 1477051 w 4271120"/>
              <a:gd name="GluePoint86Y" fmla="*/ 2115625 h 4702819"/>
              <a:gd name="GluePoint87X" fmla="*/ 1478062 w 4271120"/>
              <a:gd name="GluePoint87Y" fmla="*/ 2118658 h 4702819"/>
              <a:gd name="GluePoint88X" fmla="*/ 1337500 w 4271120"/>
              <a:gd name="GluePoint88Y" fmla="*/ 2160120 h 4702819"/>
              <a:gd name="GluePoint89X" fmla="*/ 1830987 w 4271120"/>
              <a:gd name="GluePoint89Y" fmla="*/ 2044838 h 4702819"/>
              <a:gd name="GluePoint90X" fmla="*/ 1840088 w 4271120"/>
              <a:gd name="GluePoint90Y" fmla="*/ 2054950 h 4702819"/>
              <a:gd name="GluePoint91X" fmla="*/ 1610536 w 4271120"/>
              <a:gd name="GluePoint91Y" fmla="*/ 2209670 h 4702819"/>
              <a:gd name="GluePoint92X" fmla="*/ 970417 w 4271120"/>
              <a:gd name="GluePoint92Y" fmla="*/ 2143940 h 4702819"/>
              <a:gd name="GluePoint93X" fmla="*/ 1531659 w 4271120"/>
              <a:gd name="GluePoint93Y" fmla="*/ 2446302 h 4702819"/>
              <a:gd name="GluePoint94X" fmla="*/ 1040194 w 4271120"/>
              <a:gd name="GluePoint94Y" fmla="*/ 2520123 h 4702819"/>
              <a:gd name="GluePoint95X" fmla="*/ 1012890 w 4271120"/>
              <a:gd name="GluePoint95Y" fmla="*/ 2497875 h 4702819"/>
              <a:gd name="GluePoint96X" fmla="*/ 585134 w 4271120"/>
              <a:gd name="GluePoint96Y" fmla="*/ 2905408 h 4702819"/>
              <a:gd name="GluePoint97X" fmla="*/ 2443801 w 4271120"/>
              <a:gd name="GluePoint97Y" fmla="*/ 4164407 h 4702819"/>
              <a:gd name="GluePoint98X" fmla="*/ 2680749 w 4271120"/>
              <a:gd name="GluePoint98Y" fmla="*/ 4641304 h 4702819"/>
              <a:gd name="GluePoint99X" fmla="*/ 2704586 w 4271120"/>
              <a:gd name="GluePoint99Y" fmla="*/ 4702819 h 4702819"/>
              <a:gd name="GluePoint100X" fmla="*/ 274676 w 4271120"/>
              <a:gd name="GluePoint100Y" fmla="*/ 4702819 h 4702819"/>
              <a:gd name="GluePoint101X" fmla="*/ 115292 w 4271120"/>
              <a:gd name="GluePoint101Y" fmla="*/ 4702819 h 4702819"/>
              <a:gd name="GluePoint102X" fmla="*/ 0 w 4271120"/>
              <a:gd name="GluePoint102Y" fmla="*/ 4702819 h 470281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  <a:cxn ang="0">
                <a:pos x="GluePoint64X" y="GluePoint64Y"/>
              </a:cxn>
              <a:cxn ang="0">
                <a:pos x="GluePoint65X" y="GluePoint65Y"/>
              </a:cxn>
              <a:cxn ang="0">
                <a:pos x="GluePoint66X" y="GluePoint66Y"/>
              </a:cxn>
              <a:cxn ang="0">
                <a:pos x="GluePoint67X" y="GluePoint67Y"/>
              </a:cxn>
              <a:cxn ang="0">
                <a:pos x="GluePoint68X" y="GluePoint68Y"/>
              </a:cxn>
              <a:cxn ang="0">
                <a:pos x="GluePoint69X" y="GluePoint69Y"/>
              </a:cxn>
              <a:cxn ang="0">
                <a:pos x="GluePoint70X" y="GluePoint70Y"/>
              </a:cxn>
              <a:cxn ang="0">
                <a:pos x="GluePoint71X" y="GluePoint71Y"/>
              </a:cxn>
              <a:cxn ang="0">
                <a:pos x="GluePoint72X" y="GluePoint72Y"/>
              </a:cxn>
              <a:cxn ang="0">
                <a:pos x="GluePoint73X" y="GluePoint73Y"/>
              </a:cxn>
              <a:cxn ang="0">
                <a:pos x="GluePoint74X" y="GluePoint74Y"/>
              </a:cxn>
              <a:cxn ang="0">
                <a:pos x="GluePoint75X" y="GluePoint75Y"/>
              </a:cxn>
              <a:cxn ang="0">
                <a:pos x="GluePoint76X" y="GluePoint76Y"/>
              </a:cxn>
              <a:cxn ang="0">
                <a:pos x="GluePoint77X" y="GluePoint77Y"/>
              </a:cxn>
              <a:cxn ang="0">
                <a:pos x="GluePoint78X" y="GluePoint78Y"/>
              </a:cxn>
              <a:cxn ang="0">
                <a:pos x="GluePoint79X" y="GluePoint79Y"/>
              </a:cxn>
              <a:cxn ang="0">
                <a:pos x="GluePoint80X" y="GluePoint80Y"/>
              </a:cxn>
              <a:cxn ang="0">
                <a:pos x="GluePoint81X" y="GluePoint81Y"/>
              </a:cxn>
              <a:cxn ang="0">
                <a:pos x="GluePoint82X" y="GluePoint82Y"/>
              </a:cxn>
              <a:cxn ang="0">
                <a:pos x="GluePoint83X" y="GluePoint83Y"/>
              </a:cxn>
              <a:cxn ang="0">
                <a:pos x="GluePoint84X" y="GluePoint84Y"/>
              </a:cxn>
              <a:cxn ang="0">
                <a:pos x="GluePoint85X" y="GluePoint85Y"/>
              </a:cxn>
              <a:cxn ang="0">
                <a:pos x="GluePoint86X" y="GluePoint86Y"/>
              </a:cxn>
              <a:cxn ang="0">
                <a:pos x="GluePoint87X" y="GluePoint87Y"/>
              </a:cxn>
              <a:cxn ang="0">
                <a:pos x="GluePoint88X" y="GluePoint88Y"/>
              </a:cxn>
              <a:cxn ang="0">
                <a:pos x="GluePoint89X" y="GluePoint89Y"/>
              </a:cxn>
              <a:cxn ang="0">
                <a:pos x="GluePoint90X" y="GluePoint90Y"/>
              </a:cxn>
              <a:cxn ang="0">
                <a:pos x="GluePoint91X" y="GluePoint91Y"/>
              </a:cxn>
              <a:cxn ang="0">
                <a:pos x="GluePoint92X" y="GluePoint92Y"/>
              </a:cxn>
              <a:cxn ang="0">
                <a:pos x="GluePoint93X" y="GluePoint93Y"/>
              </a:cxn>
              <a:cxn ang="0">
                <a:pos x="GluePoint94X" y="GluePoint94Y"/>
              </a:cxn>
              <a:cxn ang="0">
                <a:pos x="GluePoint95X" y="GluePoint95Y"/>
              </a:cxn>
              <a:cxn ang="0">
                <a:pos x="GluePoint96X" y="GluePoint96Y"/>
              </a:cxn>
              <a:cxn ang="0">
                <a:pos x="GluePoint97X" y="GluePoint97Y"/>
              </a:cxn>
              <a:cxn ang="0">
                <a:pos x="GluePoint98X" y="GluePoint98Y"/>
              </a:cxn>
              <a:cxn ang="0">
                <a:pos x="GluePoint99X" y="GluePoint99Y"/>
              </a:cxn>
              <a:cxn ang="0">
                <a:pos x="GluePoint100X" y="GluePoint100Y"/>
              </a:cxn>
              <a:cxn ang="0">
                <a:pos x="GluePoint101X" y="GluePoint101Y"/>
              </a:cxn>
              <a:cxn ang="0">
                <a:pos x="GluePoint102X" y="GluePoint102Y"/>
              </a:cxn>
            </a:cxnLst>
            <a:rect l="textAreaLeft" t="textAreaTop" r="textAreaRight" b="textAreaBottom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94" name="PlaceHolder 1"/>
          <p:cNvSpPr>
            <a:spLocks noGrp="1"/>
          </p:cNvSpPr>
          <p:nvPr>
            <p:ph type="dt" idx="22"/>
          </p:nvPr>
        </p:nvSpPr>
        <p:spPr>
          <a:xfrm>
            <a:off x="526680" y="4460400"/>
            <a:ext cx="205704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</a:p>
        </p:txBody>
      </p:sp>
      <p:sp>
        <p:nvSpPr>
          <p:cNvPr id="495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2899440"/>
            <a:ext cx="6399360" cy="54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</a:p>
        </p:txBody>
      </p:sp>
      <p:grpSp>
        <p:nvGrpSpPr>
          <p:cNvPr id="496" name="Grafik 6"/>
          <p:cNvGrpSpPr/>
          <p:nvPr/>
        </p:nvGrpSpPr>
        <p:grpSpPr>
          <a:xfrm>
            <a:off x="522720" y="385200"/>
            <a:ext cx="1527840" cy="583200"/>
            <a:chOff x="522720" y="385200"/>
            <a:chExt cx="1527840" cy="583200"/>
          </a:xfrm>
        </p:grpSpPr>
        <p:sp>
          <p:nvSpPr>
            <p:cNvPr id="497" name="Freihandform: Form 13"/>
            <p:cNvSpPr/>
            <p:nvPr/>
          </p:nvSpPr>
          <p:spPr>
            <a:xfrm>
              <a:off x="1888920" y="825480"/>
              <a:ext cx="161640" cy="14292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2920"/>
                <a:gd name="textAreaBottom" fmla="*/ 143280 h 14292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8" name="Freihandform: Form 14"/>
            <p:cNvSpPr/>
            <p:nvPr/>
          </p:nvSpPr>
          <p:spPr>
            <a:xfrm>
              <a:off x="1432440" y="512640"/>
              <a:ext cx="394200" cy="39708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397080"/>
                <a:gd name="textAreaBottom" fmla="*/ 397440 h 39708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9" name="Freihandform: Form 15"/>
            <p:cNvSpPr/>
            <p:nvPr/>
          </p:nvSpPr>
          <p:spPr>
            <a:xfrm>
              <a:off x="52272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0" name="Freihandform: Form 16"/>
            <p:cNvSpPr/>
            <p:nvPr/>
          </p:nvSpPr>
          <p:spPr>
            <a:xfrm>
              <a:off x="97920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4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965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6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7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68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969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970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971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2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3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4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5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6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77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8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9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80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981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2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83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84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985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6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87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8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9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90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991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2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3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4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95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996" name="Gruppieren 25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997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8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9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00" name="PlaceHolder 1"/>
          <p:cNvSpPr>
            <a:spLocks noGrp="1"/>
          </p:cNvSpPr>
          <p:nvPr>
            <p:ph type="dt" idx="43"/>
          </p:nvPr>
        </p:nvSpPr>
        <p:spPr>
          <a:xfrm>
            <a:off x="526680" y="4460400"/>
            <a:ext cx="205704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</a:p>
        </p:txBody>
      </p:sp>
      <p:sp>
        <p:nvSpPr>
          <p:cNvPr id="1001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2331720"/>
            <a:ext cx="6399360" cy="110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</a:p>
        </p:txBody>
      </p:sp>
      <p:grpSp>
        <p:nvGrpSpPr>
          <p:cNvPr id="1002" name="Grafik 6"/>
          <p:cNvGrpSpPr/>
          <p:nvPr/>
        </p:nvGrpSpPr>
        <p:grpSpPr>
          <a:xfrm>
            <a:off x="522720" y="385200"/>
            <a:ext cx="1527840" cy="583200"/>
            <a:chOff x="522720" y="385200"/>
            <a:chExt cx="1527840" cy="583200"/>
          </a:xfrm>
        </p:grpSpPr>
        <p:sp>
          <p:nvSpPr>
            <p:cNvPr id="1003" name="Freihandform: Form 13"/>
            <p:cNvSpPr/>
            <p:nvPr/>
          </p:nvSpPr>
          <p:spPr>
            <a:xfrm>
              <a:off x="1888920" y="825480"/>
              <a:ext cx="161640" cy="14292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2920"/>
                <a:gd name="textAreaBottom" fmla="*/ 143280 h 14292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4" name="Freihandform: Form 14"/>
            <p:cNvSpPr/>
            <p:nvPr/>
          </p:nvSpPr>
          <p:spPr>
            <a:xfrm>
              <a:off x="1432440" y="512640"/>
              <a:ext cx="394200" cy="39708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397080"/>
                <a:gd name="textAreaBottom" fmla="*/ 397440 h 39708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5" name="Freihandform: Form 15"/>
            <p:cNvSpPr/>
            <p:nvPr/>
          </p:nvSpPr>
          <p:spPr>
            <a:xfrm>
              <a:off x="52272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6" name="Freihandform: Form 16"/>
            <p:cNvSpPr/>
            <p:nvPr/>
          </p:nvSpPr>
          <p:spPr>
            <a:xfrm>
              <a:off x="97920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folie mit Bild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2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073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4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5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076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077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078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079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0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1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2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3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4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85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6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7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88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089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0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91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92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093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4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95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6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7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98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099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0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1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2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03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104" name="Gruppieren 28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105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6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7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08" name="PlaceHolder 1"/>
          <p:cNvSpPr>
            <a:spLocks noGrp="1"/>
          </p:cNvSpPr>
          <p:nvPr>
            <p:ph type="dt" idx="46"/>
          </p:nvPr>
        </p:nvSpPr>
        <p:spPr>
          <a:xfrm>
            <a:off x="526680" y="4460400"/>
            <a:ext cx="205704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</a:p>
        </p:txBody>
      </p:sp>
      <p:sp>
        <p:nvSpPr>
          <p:cNvPr id="1109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2331720"/>
            <a:ext cx="4936320" cy="110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</a:p>
        </p:txBody>
      </p:sp>
      <p:grpSp>
        <p:nvGrpSpPr>
          <p:cNvPr id="1110" name="Grafik 6"/>
          <p:cNvGrpSpPr/>
          <p:nvPr/>
        </p:nvGrpSpPr>
        <p:grpSpPr>
          <a:xfrm>
            <a:off x="522720" y="385200"/>
            <a:ext cx="1527840" cy="583200"/>
            <a:chOff x="522720" y="385200"/>
            <a:chExt cx="1527840" cy="583200"/>
          </a:xfrm>
        </p:grpSpPr>
        <p:sp>
          <p:nvSpPr>
            <p:cNvPr id="1111" name="Freihandform: Form 13"/>
            <p:cNvSpPr/>
            <p:nvPr/>
          </p:nvSpPr>
          <p:spPr>
            <a:xfrm>
              <a:off x="1888920" y="825480"/>
              <a:ext cx="161640" cy="14292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2920"/>
                <a:gd name="textAreaBottom" fmla="*/ 143280 h 14292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2" name="Freihandform: Form 15"/>
            <p:cNvSpPr/>
            <p:nvPr/>
          </p:nvSpPr>
          <p:spPr>
            <a:xfrm>
              <a:off x="1432440" y="512640"/>
              <a:ext cx="394200" cy="39708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397080"/>
                <a:gd name="textAreaBottom" fmla="*/ 397440 h 39708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3" name="Freihandform: Form 18"/>
            <p:cNvSpPr/>
            <p:nvPr/>
          </p:nvSpPr>
          <p:spPr>
            <a:xfrm>
              <a:off x="52272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4" name="Freihandform: Form 19"/>
            <p:cNvSpPr/>
            <p:nvPr/>
          </p:nvSpPr>
          <p:spPr>
            <a:xfrm>
              <a:off x="97920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15" name="PlaceHolder 3"/>
          <p:cNvSpPr>
            <a:spLocks noGrp="1"/>
          </p:cNvSpPr>
          <p:nvPr>
            <p:ph type="body" hasCustomPrompt="1"/>
          </p:nvPr>
        </p:nvSpPr>
        <p:spPr>
          <a:xfrm>
            <a:off x="5621040" y="1088280"/>
            <a:ext cx="3522600" cy="38260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folie mit Bild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6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117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8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9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120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121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122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123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4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5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6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7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8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29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0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1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32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133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4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35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36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137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8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39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0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1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42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143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4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5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6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47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148" name="Gruppieren 28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149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0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1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52" name="PlaceHolder 1"/>
          <p:cNvSpPr>
            <a:spLocks noGrp="1"/>
          </p:cNvSpPr>
          <p:nvPr>
            <p:ph type="dt" idx="47"/>
          </p:nvPr>
        </p:nvSpPr>
        <p:spPr>
          <a:xfrm>
            <a:off x="526680" y="4460400"/>
            <a:ext cx="205704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</a:p>
        </p:txBody>
      </p:sp>
      <p:sp>
        <p:nvSpPr>
          <p:cNvPr id="1153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2250360"/>
            <a:ext cx="2829960" cy="1189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</a:p>
        </p:txBody>
      </p:sp>
      <p:grpSp>
        <p:nvGrpSpPr>
          <p:cNvPr id="1154" name="Grafik 6"/>
          <p:cNvGrpSpPr/>
          <p:nvPr/>
        </p:nvGrpSpPr>
        <p:grpSpPr>
          <a:xfrm>
            <a:off x="522720" y="385200"/>
            <a:ext cx="1527840" cy="583200"/>
            <a:chOff x="522720" y="385200"/>
            <a:chExt cx="1527840" cy="583200"/>
          </a:xfrm>
        </p:grpSpPr>
        <p:sp>
          <p:nvSpPr>
            <p:cNvPr id="1155" name="Freihandform: Form 13"/>
            <p:cNvSpPr/>
            <p:nvPr/>
          </p:nvSpPr>
          <p:spPr>
            <a:xfrm>
              <a:off x="1888920" y="825480"/>
              <a:ext cx="161640" cy="14292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2920"/>
                <a:gd name="textAreaBottom" fmla="*/ 143280 h 14292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6" name="Freihandform: Form 17"/>
            <p:cNvSpPr/>
            <p:nvPr/>
          </p:nvSpPr>
          <p:spPr>
            <a:xfrm>
              <a:off x="1432440" y="512640"/>
              <a:ext cx="394200" cy="39708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397080"/>
                <a:gd name="textAreaBottom" fmla="*/ 397440 h 39708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7" name="Freihandform: Form 18"/>
            <p:cNvSpPr/>
            <p:nvPr/>
          </p:nvSpPr>
          <p:spPr>
            <a:xfrm>
              <a:off x="52272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8" name="Freihandform: Form 19"/>
            <p:cNvSpPr/>
            <p:nvPr/>
          </p:nvSpPr>
          <p:spPr>
            <a:xfrm>
              <a:off x="97920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59" name="PlaceHolder 3"/>
          <p:cNvSpPr>
            <a:spLocks noGrp="1"/>
          </p:cNvSpPr>
          <p:nvPr>
            <p:ph type="body" hasCustomPrompt="1"/>
          </p:nvPr>
        </p:nvSpPr>
        <p:spPr>
          <a:xfrm>
            <a:off x="3546000" y="1088280"/>
            <a:ext cx="5597640" cy="38260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folie mit zwei Bilder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0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161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2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3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164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165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166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167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8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9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0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1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2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73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4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5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76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177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8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79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80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181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2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83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4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5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86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187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8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9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0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91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192" name="Gruppieren 30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193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4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5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96" name="PlaceHolder 1"/>
          <p:cNvSpPr>
            <a:spLocks noGrp="1"/>
          </p:cNvSpPr>
          <p:nvPr>
            <p:ph type="dt" idx="48"/>
          </p:nvPr>
        </p:nvSpPr>
        <p:spPr>
          <a:xfrm>
            <a:off x="6564960" y="4460400"/>
            <a:ext cx="205704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</a:p>
        </p:txBody>
      </p:sp>
      <p:sp>
        <p:nvSpPr>
          <p:cNvPr id="1197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3818520"/>
            <a:ext cx="5773320" cy="567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</a:p>
        </p:txBody>
      </p:sp>
      <p:grpSp>
        <p:nvGrpSpPr>
          <p:cNvPr id="1198" name="Grafik 6"/>
          <p:cNvGrpSpPr/>
          <p:nvPr/>
        </p:nvGrpSpPr>
        <p:grpSpPr>
          <a:xfrm>
            <a:off x="522720" y="385200"/>
            <a:ext cx="1527840" cy="583200"/>
            <a:chOff x="522720" y="385200"/>
            <a:chExt cx="1527840" cy="583200"/>
          </a:xfrm>
        </p:grpSpPr>
        <p:sp>
          <p:nvSpPr>
            <p:cNvPr id="1199" name="Freihandform: Form 17"/>
            <p:cNvSpPr/>
            <p:nvPr/>
          </p:nvSpPr>
          <p:spPr>
            <a:xfrm>
              <a:off x="1888920" y="825480"/>
              <a:ext cx="161640" cy="14292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2920"/>
                <a:gd name="textAreaBottom" fmla="*/ 143280 h 14292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0" name="Freihandform: Form 19"/>
            <p:cNvSpPr/>
            <p:nvPr/>
          </p:nvSpPr>
          <p:spPr>
            <a:xfrm>
              <a:off x="1432440" y="512640"/>
              <a:ext cx="394200" cy="39708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397080"/>
                <a:gd name="textAreaBottom" fmla="*/ 397440 h 39708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1" name="Freihandform: Form 20"/>
            <p:cNvSpPr/>
            <p:nvPr/>
          </p:nvSpPr>
          <p:spPr>
            <a:xfrm>
              <a:off x="52272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2" name="Freihandform: Form 23"/>
            <p:cNvSpPr/>
            <p:nvPr/>
          </p:nvSpPr>
          <p:spPr>
            <a:xfrm>
              <a:off x="97920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03" name="PlaceHolder 3"/>
          <p:cNvSpPr>
            <a:spLocks noGrp="1"/>
          </p:cNvSpPr>
          <p:nvPr>
            <p:ph type="body" hasCustomPrompt="1"/>
          </p:nvPr>
        </p:nvSpPr>
        <p:spPr>
          <a:xfrm>
            <a:off x="0" y="1422360"/>
            <a:ext cx="6678000" cy="23958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04" name="PlaceHolder 4"/>
          <p:cNvSpPr>
            <a:spLocks noGrp="1"/>
          </p:cNvSpPr>
          <p:nvPr>
            <p:ph type="body" hasCustomPrompt="1"/>
          </p:nvPr>
        </p:nvSpPr>
        <p:spPr>
          <a:xfrm>
            <a:off x="6741000" y="1422360"/>
            <a:ext cx="2402640" cy="23958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nhalt + Untertitel, grosser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48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1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52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53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54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0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3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64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6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7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68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0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3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74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8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ftr" idx="2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</a:p>
        </p:txBody>
      </p:sp>
      <p:sp>
        <p:nvSpPr>
          <p:cNvPr id="81" name="PlaceHolder 3"/>
          <p:cNvSpPr>
            <a:spLocks noGrp="1"/>
          </p:cNvSpPr>
          <p:nvPr>
            <p:ph type="sldNum" idx="3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6FFA664F-C10E-4889-80D5-142AD8B0F286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‹#›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body"/>
          </p:nvPr>
        </p:nvSpPr>
        <p:spPr>
          <a:xfrm>
            <a:off x="521640" y="1545840"/>
            <a:ext cx="8100720" cy="3311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20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72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24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2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Zwei Inhal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85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88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89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90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91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7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0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01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3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4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05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7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0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11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5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ftr" idx="4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</a:p>
        </p:txBody>
      </p:sp>
      <p:sp>
        <p:nvSpPr>
          <p:cNvPr id="118" name="PlaceHolder 3"/>
          <p:cNvSpPr>
            <a:spLocks noGrp="1"/>
          </p:cNvSpPr>
          <p:nvPr>
            <p:ph type="sldNum" idx="5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979C4C96-C4B2-4465-9FE5-E8D39EEEFCB1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‹#›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3941280" cy="34239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3080" cy="34239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Zwei Inhalte + Untertit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22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5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26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27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28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1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4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7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38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40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41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42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44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47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48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9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0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52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 type="ftr" idx="6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</a:p>
        </p:txBody>
      </p:sp>
      <p:sp>
        <p:nvSpPr>
          <p:cNvPr id="155" name="PlaceHolder 3"/>
          <p:cNvSpPr>
            <a:spLocks noGrp="1"/>
          </p:cNvSpPr>
          <p:nvPr>
            <p:ph type="sldNum" idx="7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C12C1411-F0F1-4DDF-9F56-D19194603859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‹#›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3941280" cy="3492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36600" cy="3492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394236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7"/>
          <p:cNvSpPr>
            <a:spLocks noGrp="1"/>
          </p:cNvSpPr>
          <p:nvPr>
            <p:ph type="body"/>
          </p:nvPr>
        </p:nvSpPr>
        <p:spPr>
          <a:xfrm>
            <a:off x="4680720" y="1088280"/>
            <a:ext cx="394236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iagramnm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61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64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65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66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67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8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9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0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1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2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73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76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77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8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79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80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81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2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83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86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87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91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sldNum" idx="8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75681864-FD7B-48EA-A607-06F722C5EBB8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‹#›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ftr" idx="9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</a:p>
        </p:txBody>
      </p:sp>
      <p:sp>
        <p:nvSpPr>
          <p:cNvPr id="195" name="PlaceHolder 4"/>
          <p:cNvSpPr>
            <a:spLocks noGrp="1"/>
          </p:cNvSpPr>
          <p:nvPr>
            <p:ph type="body" hasCustomPrompt="1"/>
          </p:nvPr>
        </p:nvSpPr>
        <p:spPr>
          <a:xfrm>
            <a:off x="522360" y="1422360"/>
            <a:ext cx="810000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72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abellen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98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01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202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203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204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5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6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10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13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214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5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16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17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218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9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20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23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224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5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6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7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28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 type="sldNum" idx="10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C8C816E5-BAAF-4561-9602-631FED40A7B5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‹#›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ftr" idx="11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</a:p>
        </p:txBody>
      </p:sp>
      <p:sp>
        <p:nvSpPr>
          <p:cNvPr id="232" name="PlaceHolder 4"/>
          <p:cNvSpPr>
            <a:spLocks noGrp="1"/>
          </p:cNvSpPr>
          <p:nvPr>
            <p:ph type="body"/>
          </p:nvPr>
        </p:nvSpPr>
        <p:spPr>
          <a:xfrm>
            <a:off x="6031080" y="1422360"/>
            <a:ext cx="2590560" cy="3492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5"/>
          <p:cNvSpPr>
            <a:spLocks noGrp="1"/>
          </p:cNvSpPr>
          <p:nvPr>
            <p:ph type="body" hasCustomPrompt="1"/>
          </p:nvPr>
        </p:nvSpPr>
        <p:spPr>
          <a:xfrm>
            <a:off x="522360" y="1422360"/>
            <a:ext cx="531000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72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abellen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236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8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39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240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241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242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3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4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5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6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7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48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9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0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51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252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3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54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55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256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7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58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9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0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61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262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3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4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5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66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 type="sldNum" idx="12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E8C89A1E-84D9-4394-9639-483B58152053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‹#›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ftr" idx="13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</a:p>
        </p:txBody>
      </p:sp>
      <p:sp>
        <p:nvSpPr>
          <p:cNvPr id="270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2590560" cy="3492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1" name="PlaceHolder 5"/>
          <p:cNvSpPr>
            <a:spLocks noGrp="1"/>
          </p:cNvSpPr>
          <p:nvPr>
            <p:ph type="body" hasCustomPrompt="1"/>
          </p:nvPr>
        </p:nvSpPr>
        <p:spPr>
          <a:xfrm>
            <a:off x="3311640" y="1422360"/>
            <a:ext cx="531000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272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72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er Inhal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274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5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6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77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278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279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280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1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2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3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4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5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86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7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8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9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290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1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92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93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294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5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96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7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8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99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300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1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2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3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04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06" name="PlaceHolder 2"/>
          <p:cNvSpPr>
            <a:spLocks noGrp="1"/>
          </p:cNvSpPr>
          <p:nvPr>
            <p:ph type="ftr" idx="14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</a:p>
        </p:txBody>
      </p:sp>
      <p:sp>
        <p:nvSpPr>
          <p:cNvPr id="307" name="PlaceHolder 3"/>
          <p:cNvSpPr>
            <a:spLocks noGrp="1"/>
          </p:cNvSpPr>
          <p:nvPr>
            <p:ph type="sldNum" idx="15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3A1610A7-073A-4676-A148-323EE1387754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‹#›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PlaceHolder 4"/>
          <p:cNvSpPr>
            <a:spLocks noGrp="1"/>
          </p:cNvSpPr>
          <p:nvPr>
            <p:ph type="body"/>
          </p:nvPr>
        </p:nvSpPr>
        <p:spPr>
          <a:xfrm>
            <a:off x="522360" y="1422360"/>
            <a:ext cx="3941280" cy="1638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9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1280" cy="1638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0" name="PlaceHolder 6"/>
          <p:cNvSpPr>
            <a:spLocks noGrp="1"/>
          </p:cNvSpPr>
          <p:nvPr>
            <p:ph type="body"/>
          </p:nvPr>
        </p:nvSpPr>
        <p:spPr>
          <a:xfrm>
            <a:off x="522360" y="3187800"/>
            <a:ext cx="3941280" cy="1638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1" name="PlaceHolder 7"/>
          <p:cNvSpPr>
            <a:spLocks noGrp="1"/>
          </p:cNvSpPr>
          <p:nvPr>
            <p:ph type="body"/>
          </p:nvPr>
        </p:nvSpPr>
        <p:spPr>
          <a:xfrm>
            <a:off x="4680000" y="3187800"/>
            <a:ext cx="3943080" cy="1638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e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313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4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5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316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317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318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319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0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1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2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3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4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25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6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7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28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329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0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31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32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333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4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35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6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7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38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339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0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1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2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43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45" name="PlaceHolder 2"/>
          <p:cNvSpPr>
            <a:spLocks noGrp="1"/>
          </p:cNvSpPr>
          <p:nvPr>
            <p:ph type="ftr" idx="16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</a:p>
        </p:txBody>
      </p:sp>
      <p:sp>
        <p:nvSpPr>
          <p:cNvPr id="346" name="PlaceHolder 3"/>
          <p:cNvSpPr>
            <a:spLocks noGrp="1"/>
          </p:cNvSpPr>
          <p:nvPr>
            <p:ph type="sldNum" idx="17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A7B940E4-5281-4FC4-AA6B-E8C8D783CBEC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‹#›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PlaceHolder 4"/>
          <p:cNvSpPr>
            <a:spLocks noGrp="1"/>
          </p:cNvSpPr>
          <p:nvPr>
            <p:ph type="body"/>
          </p:nvPr>
        </p:nvSpPr>
        <p:spPr>
          <a:xfrm>
            <a:off x="522360" y="1422360"/>
            <a:ext cx="3941280" cy="3492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8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3080" cy="3492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9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72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nhalt + Kopf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351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2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3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354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355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356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357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8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9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0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1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2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63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4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5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66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367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8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69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70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371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2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73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4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5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76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377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8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9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0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81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82" name="Gruppieren 52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383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4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5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86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387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388" name="Freihandform: Form 35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9" name="Freihandform: Form 36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0" name="Freihandform: Form 37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1" name="Freihandform: Form 38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2" name="Freihandform: Form 39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3" name="Freihandform: Form 40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94" name="Freihandform: Form 17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5" name="Freihandform: Form 18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6" name="Freihandform: Form 19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97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398" name="Freihandform: Form 33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9" name="Freihandform: Form 34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00" name="Freihandform: Form 21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01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402" name="Freihandform: Form 31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3" name="Freihandform: Form 32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04" name="Freihandform: Form 23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5" name="Freihandform: Form 24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6" name="Freihandform: Form 25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07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408" name="Freihandform: Form 27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9" name="Freihandform: Form 28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0" name="Freihandform: Form 29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1" name="Freihandform: Form 30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12" name="Grafik 11"/>
          <p:cNvSpPr/>
          <p:nvPr/>
        </p:nvSpPr>
        <p:spPr>
          <a:xfrm>
            <a:off x="0" y="0"/>
            <a:ext cx="3731760" cy="4914720"/>
          </a:xfrm>
          <a:custGeom>
            <a:avLst/>
            <a:gdLst>
              <a:gd name="textAreaLeft" fmla="*/ 0 w 3731760"/>
              <a:gd name="textAreaRight" fmla="*/ 3732120 w 3731760"/>
              <a:gd name="textAreaTop" fmla="*/ 0 h 4914720"/>
              <a:gd name="textAreaBottom" fmla="*/ 4915080 h 4914720"/>
              <a:gd name="GluePoint1X" fmla="*/ 0 w 5015880"/>
              <a:gd name="GluePoint1Y" fmla="*/ 0 h 6597650"/>
              <a:gd name="GluePoint2X" fmla="*/ 5015880 w 5015880"/>
              <a:gd name="GluePoint2Y" fmla="*/ 0 h 6597650"/>
              <a:gd name="GluePoint3X" fmla="*/ 5015880 w 5015880"/>
              <a:gd name="GluePoint3Y" fmla="*/ 6597650 h 6597650"/>
              <a:gd name="GluePoint4X" fmla="*/ 0 w 5015880"/>
              <a:gd name="GluePoint4Y" fmla="*/ 6597650 h 65976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PlaceHolder 1"/>
          <p:cNvSpPr>
            <a:spLocks noGrp="1"/>
          </p:cNvSpPr>
          <p:nvPr>
            <p:ph type="ftr" idx="18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</a:p>
        </p:txBody>
      </p:sp>
      <p:sp>
        <p:nvSpPr>
          <p:cNvPr id="414" name="PlaceHolder 2"/>
          <p:cNvSpPr>
            <a:spLocks noGrp="1"/>
          </p:cNvSpPr>
          <p:nvPr>
            <p:ph type="sldNum" idx="19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F601411E-39CC-4AE0-82E9-044F6521D6D6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‹#›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PlaceHolder 3"/>
          <p:cNvSpPr>
            <a:spLocks noGrp="1"/>
          </p:cNvSpPr>
          <p:nvPr>
            <p:ph type="title" hasCustomPrompt="1"/>
          </p:nvPr>
        </p:nvSpPr>
        <p:spPr>
          <a:xfrm>
            <a:off x="4464000" y="330840"/>
            <a:ext cx="288900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</a:p>
        </p:txBody>
      </p:sp>
      <p:cxnSp>
        <p:nvCxnSpPr>
          <p:cNvPr id="416" name="Gerader Verbinder 45"/>
          <p:cNvCxnSpPr/>
          <p:nvPr/>
        </p:nvCxnSpPr>
        <p:spPr>
          <a:xfrm>
            <a:off x="4464000" y="974520"/>
            <a:ext cx="288972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sp>
        <p:nvSpPr>
          <p:cNvPr id="417" name="PlaceHolder 4"/>
          <p:cNvSpPr>
            <a:spLocks noGrp="1"/>
          </p:cNvSpPr>
          <p:nvPr>
            <p:ph type="body"/>
          </p:nvPr>
        </p:nvSpPr>
        <p:spPr>
          <a:xfrm>
            <a:off x="4464000" y="1422360"/>
            <a:ext cx="4368600" cy="3492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8" name="PlaceHolder 5"/>
          <p:cNvSpPr>
            <a:spLocks noGrp="1"/>
          </p:cNvSpPr>
          <p:nvPr>
            <p:ph type="body"/>
          </p:nvPr>
        </p:nvSpPr>
        <p:spPr>
          <a:xfrm>
            <a:off x="4464000" y="1088280"/>
            <a:ext cx="415800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nhalt + Bild rech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420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1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2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423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424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425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426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7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8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9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0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1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32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3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4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35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436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7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38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39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440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1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42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3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4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45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446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7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8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9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50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52" name="PlaceHolder 2"/>
          <p:cNvSpPr>
            <a:spLocks noGrp="1"/>
          </p:cNvSpPr>
          <p:nvPr>
            <p:ph type="ftr" idx="20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</a:p>
        </p:txBody>
      </p:sp>
      <p:sp>
        <p:nvSpPr>
          <p:cNvPr id="453" name="PlaceHolder 3"/>
          <p:cNvSpPr>
            <a:spLocks noGrp="1"/>
          </p:cNvSpPr>
          <p:nvPr>
            <p:ph type="sldNum" idx="21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B865F88A-5436-40C5-B068-0DA1D9D32A79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‹#›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PlaceHolder 4"/>
          <p:cNvSpPr>
            <a:spLocks noGrp="1"/>
          </p:cNvSpPr>
          <p:nvPr>
            <p:ph type="body" hasCustomPrompt="1"/>
          </p:nvPr>
        </p:nvSpPr>
        <p:spPr>
          <a:xfrm>
            <a:off x="4625640" y="1422360"/>
            <a:ext cx="451800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55" name="PlaceHolder 5"/>
          <p:cNvSpPr>
            <a:spLocks noGrp="1"/>
          </p:cNvSpPr>
          <p:nvPr>
            <p:ph type="body"/>
          </p:nvPr>
        </p:nvSpPr>
        <p:spPr>
          <a:xfrm>
            <a:off x="521640" y="1422360"/>
            <a:ext cx="3754080" cy="3492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6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375408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nhalt + zwei Bilder rech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502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3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4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05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506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507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508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9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0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1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2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3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14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5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6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17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518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9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20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21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522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3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24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5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6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27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528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9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0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1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32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3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34" name="PlaceHolder 2"/>
          <p:cNvSpPr>
            <a:spLocks noGrp="1"/>
          </p:cNvSpPr>
          <p:nvPr>
            <p:ph type="ftr" idx="23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</a:p>
        </p:txBody>
      </p:sp>
      <p:sp>
        <p:nvSpPr>
          <p:cNvPr id="535" name="PlaceHolder 3"/>
          <p:cNvSpPr>
            <a:spLocks noGrp="1"/>
          </p:cNvSpPr>
          <p:nvPr>
            <p:ph type="sldNum" idx="24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9E12F81C-0DEC-4A70-9227-2C6486513304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‹#›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PlaceHolder 4"/>
          <p:cNvSpPr>
            <a:spLocks noGrp="1"/>
          </p:cNvSpPr>
          <p:nvPr>
            <p:ph type="body" hasCustomPrompt="1"/>
          </p:nvPr>
        </p:nvSpPr>
        <p:spPr>
          <a:xfrm>
            <a:off x="4625640" y="1422360"/>
            <a:ext cx="224172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37" name="PlaceHolder 5"/>
          <p:cNvSpPr>
            <a:spLocks noGrp="1"/>
          </p:cNvSpPr>
          <p:nvPr>
            <p:ph type="body" hasCustomPrompt="1"/>
          </p:nvPr>
        </p:nvSpPr>
        <p:spPr>
          <a:xfrm>
            <a:off x="6921000" y="1422360"/>
            <a:ext cx="222264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38" name="PlaceHolder 6"/>
          <p:cNvSpPr>
            <a:spLocks noGrp="1"/>
          </p:cNvSpPr>
          <p:nvPr>
            <p:ph type="body"/>
          </p:nvPr>
        </p:nvSpPr>
        <p:spPr>
          <a:xfrm>
            <a:off x="522360" y="1422360"/>
            <a:ext cx="3754080" cy="3492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39" name="PlaceHolder 7"/>
          <p:cNvSpPr>
            <a:spLocks noGrp="1"/>
          </p:cNvSpPr>
          <p:nvPr>
            <p:ph type="body"/>
          </p:nvPr>
        </p:nvSpPr>
        <p:spPr>
          <a:xfrm>
            <a:off x="521640" y="1088280"/>
            <a:ext cx="375408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nhalt + Bild link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0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541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2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3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44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545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546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547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8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9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0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1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2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53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4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5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56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557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8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59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60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561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2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63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4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5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66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567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8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9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0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71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572" name="Gruppieren 53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573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4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5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76" name="PlaceHolder 1"/>
          <p:cNvSpPr>
            <a:spLocks noGrp="1"/>
          </p:cNvSpPr>
          <p:nvPr>
            <p:ph type="ftr" idx="25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</a:p>
        </p:txBody>
      </p:sp>
      <p:sp>
        <p:nvSpPr>
          <p:cNvPr id="577" name="PlaceHolder 2"/>
          <p:cNvSpPr>
            <a:spLocks noGrp="1"/>
          </p:cNvSpPr>
          <p:nvPr>
            <p:ph type="sldNum" idx="26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B317DA79-B721-40D2-93FA-F14C1B10E21D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‹#›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PlaceHolder 3"/>
          <p:cNvSpPr>
            <a:spLocks noGrp="1"/>
          </p:cNvSpPr>
          <p:nvPr>
            <p:ph type="title" hasCustomPrompt="1"/>
          </p:nvPr>
        </p:nvSpPr>
        <p:spPr>
          <a:xfrm>
            <a:off x="4625640" y="330840"/>
            <a:ext cx="272736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</a:p>
        </p:txBody>
      </p:sp>
      <p:cxnSp>
        <p:nvCxnSpPr>
          <p:cNvPr id="579" name="Gerader Verbinder 46"/>
          <p:cNvCxnSpPr/>
          <p:nvPr/>
        </p:nvCxnSpPr>
        <p:spPr>
          <a:xfrm>
            <a:off x="4625640" y="974520"/>
            <a:ext cx="272808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sp>
        <p:nvSpPr>
          <p:cNvPr id="580" name="PlaceHolder 4"/>
          <p:cNvSpPr>
            <a:spLocks noGrp="1"/>
          </p:cNvSpPr>
          <p:nvPr>
            <p:ph type="body" hasCustomPrompt="1"/>
          </p:nvPr>
        </p:nvSpPr>
        <p:spPr>
          <a:xfrm>
            <a:off x="-6120" y="0"/>
            <a:ext cx="4276800" cy="49147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81" name="PlaceHolder 5"/>
          <p:cNvSpPr>
            <a:spLocks noGrp="1"/>
          </p:cNvSpPr>
          <p:nvPr>
            <p:ph type="body"/>
          </p:nvPr>
        </p:nvSpPr>
        <p:spPr>
          <a:xfrm>
            <a:off x="4625640" y="1422360"/>
            <a:ext cx="3997440" cy="34873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82" name="PlaceHolder 6"/>
          <p:cNvSpPr>
            <a:spLocks noGrp="1"/>
          </p:cNvSpPr>
          <p:nvPr>
            <p:ph type="body"/>
          </p:nvPr>
        </p:nvSpPr>
        <p:spPr>
          <a:xfrm>
            <a:off x="4625640" y="1088280"/>
            <a:ext cx="399672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583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584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585" name="Freihandform: Form 68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6" name="Freihandform: Form 69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7" name="Freihandform: Form 70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8" name="Freihandform: Form 71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9" name="Freihandform: Form 72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0" name="Freihandform: Form 73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91" name="Freihandform: Form 45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2" name="Freihandform: Form 4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3" name="Freihandform: Form 4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94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595" name="Freihandform: Form 66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6" name="Freihandform: Form 67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97" name="Freihandform: Form 50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98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599" name="Freihandform: Form 6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0" name="Freihandform: Form 6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01" name="Freihandform: Form 52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2" name="Freihandform: Form 5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3" name="Freihandform: Form 5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04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605" name="Freihandform: Form 6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6" name="Freihandform: Form 6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7" name="Freihandform: Form 6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8" name="Freihandform: Form 6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nhalt + zwei Bilder link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9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610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1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2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13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614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615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616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7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8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9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0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1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22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3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4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25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626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7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28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29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630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1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32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3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4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35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636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7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8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9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40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641" name="Gruppieren 54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642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3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4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45" name="PlaceHolder 1"/>
          <p:cNvSpPr>
            <a:spLocks noGrp="1"/>
          </p:cNvSpPr>
          <p:nvPr>
            <p:ph type="ftr" idx="27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</a:p>
        </p:txBody>
      </p:sp>
      <p:sp>
        <p:nvSpPr>
          <p:cNvPr id="646" name="PlaceHolder 2"/>
          <p:cNvSpPr>
            <a:spLocks noGrp="1"/>
          </p:cNvSpPr>
          <p:nvPr>
            <p:ph type="sldNum" idx="28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5571F1EB-5CDB-4BF0-B47A-32EEE4DA41A2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‹#›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PlaceHolder 3"/>
          <p:cNvSpPr>
            <a:spLocks noGrp="1"/>
          </p:cNvSpPr>
          <p:nvPr>
            <p:ph type="title" hasCustomPrompt="1"/>
          </p:nvPr>
        </p:nvSpPr>
        <p:spPr>
          <a:xfrm>
            <a:off x="4625640" y="330840"/>
            <a:ext cx="272736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</a:p>
        </p:txBody>
      </p:sp>
      <p:cxnSp>
        <p:nvCxnSpPr>
          <p:cNvPr id="648" name="Gerader Verbinder 47"/>
          <p:cNvCxnSpPr/>
          <p:nvPr/>
        </p:nvCxnSpPr>
        <p:spPr>
          <a:xfrm>
            <a:off x="4625640" y="974520"/>
            <a:ext cx="272808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sp>
        <p:nvSpPr>
          <p:cNvPr id="649" name="PlaceHolder 4"/>
          <p:cNvSpPr>
            <a:spLocks noGrp="1"/>
          </p:cNvSpPr>
          <p:nvPr>
            <p:ph type="body" hasCustomPrompt="1"/>
          </p:nvPr>
        </p:nvSpPr>
        <p:spPr>
          <a:xfrm>
            <a:off x="0" y="0"/>
            <a:ext cx="4275720" cy="24307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50" name="PlaceHolder 5"/>
          <p:cNvSpPr>
            <a:spLocks noGrp="1"/>
          </p:cNvSpPr>
          <p:nvPr>
            <p:ph type="body" hasCustomPrompt="1"/>
          </p:nvPr>
        </p:nvSpPr>
        <p:spPr>
          <a:xfrm>
            <a:off x="0" y="2493720"/>
            <a:ext cx="4275720" cy="2420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51" name="PlaceHolder 6"/>
          <p:cNvSpPr>
            <a:spLocks noGrp="1"/>
          </p:cNvSpPr>
          <p:nvPr>
            <p:ph type="body"/>
          </p:nvPr>
        </p:nvSpPr>
        <p:spPr>
          <a:xfrm>
            <a:off x="4625640" y="1422360"/>
            <a:ext cx="3999960" cy="34873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52" name="PlaceHolder 7"/>
          <p:cNvSpPr>
            <a:spLocks noGrp="1"/>
          </p:cNvSpPr>
          <p:nvPr>
            <p:ph type="body"/>
          </p:nvPr>
        </p:nvSpPr>
        <p:spPr>
          <a:xfrm>
            <a:off x="4622400" y="1088280"/>
            <a:ext cx="399996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653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654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655" name="Freihandform: Form 69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6" name="Freihandform: Form 70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7" name="Freihandform: Form 71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8" name="Freihandform: Form 72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9" name="Freihandform: Form 73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0" name="Freihandform: Form 74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61" name="Freihandform: Form 45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2" name="Freihandform: Form 46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3" name="Freihandform: Form 49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64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665" name="Freihandform: Form 67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6" name="Freihandform: Form 68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67" name="Freihandform: Form 51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68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669" name="Freihandform: Form 65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0" name="Freihandform: Form 66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71" name="Freihandform: Form 53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2" name="Freihandform: Form 58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3" name="Freihandform: Form 59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74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675" name="Freihandform: Form 61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6" name="Freihandform: Form 62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7" name="Freihandform: Form 63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8" name="Freihandform: Form 64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 + zwei Bil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9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680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1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2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83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684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685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686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7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8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9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0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1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92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3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4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95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696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7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98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99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700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1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02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3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4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05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706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7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8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9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10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1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12" name="PlaceHolder 2"/>
          <p:cNvSpPr>
            <a:spLocks noGrp="1"/>
          </p:cNvSpPr>
          <p:nvPr>
            <p:ph type="ftr" idx="29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</a:p>
        </p:txBody>
      </p:sp>
      <p:sp>
        <p:nvSpPr>
          <p:cNvPr id="713" name="PlaceHolder 3"/>
          <p:cNvSpPr>
            <a:spLocks noGrp="1"/>
          </p:cNvSpPr>
          <p:nvPr>
            <p:ph type="sldNum" idx="30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12A6D6FE-28FF-498D-B4F8-C910EEEA3FCF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‹#›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PlaceHolder 4"/>
          <p:cNvSpPr>
            <a:spLocks noGrp="1"/>
          </p:cNvSpPr>
          <p:nvPr>
            <p:ph type="body" hasCustomPrompt="1"/>
          </p:nvPr>
        </p:nvSpPr>
        <p:spPr>
          <a:xfrm>
            <a:off x="0" y="1422360"/>
            <a:ext cx="454428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15" name="PlaceHolder 5"/>
          <p:cNvSpPr>
            <a:spLocks noGrp="1"/>
          </p:cNvSpPr>
          <p:nvPr>
            <p:ph type="body" hasCustomPrompt="1"/>
          </p:nvPr>
        </p:nvSpPr>
        <p:spPr>
          <a:xfrm>
            <a:off x="4599360" y="1422360"/>
            <a:ext cx="454428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16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72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 + drei Bil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718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9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0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21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722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723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724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5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6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7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8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9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30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1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2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33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734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5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36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37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738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9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40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1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2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43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744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5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6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7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48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4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50" name="PlaceHolder 2"/>
          <p:cNvSpPr>
            <a:spLocks noGrp="1"/>
          </p:cNvSpPr>
          <p:nvPr>
            <p:ph type="ftr" idx="31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</a:p>
        </p:txBody>
      </p:sp>
      <p:sp>
        <p:nvSpPr>
          <p:cNvPr id="751" name="PlaceHolder 3"/>
          <p:cNvSpPr>
            <a:spLocks noGrp="1"/>
          </p:cNvSpPr>
          <p:nvPr>
            <p:ph type="sldNum" idx="32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1BE9BAE0-094A-4B62-B4FB-31CC1F731EAF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‹#›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2" name="PlaceHolder 4"/>
          <p:cNvSpPr>
            <a:spLocks noGrp="1"/>
          </p:cNvSpPr>
          <p:nvPr>
            <p:ph type="body" hasCustomPrompt="1"/>
          </p:nvPr>
        </p:nvSpPr>
        <p:spPr>
          <a:xfrm>
            <a:off x="0" y="1422360"/>
            <a:ext cx="297864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53" name="PlaceHolder 5"/>
          <p:cNvSpPr>
            <a:spLocks noGrp="1"/>
          </p:cNvSpPr>
          <p:nvPr>
            <p:ph type="body" hasCustomPrompt="1"/>
          </p:nvPr>
        </p:nvSpPr>
        <p:spPr>
          <a:xfrm>
            <a:off x="3032640" y="1422360"/>
            <a:ext cx="307872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54" name="PlaceHolder 6"/>
          <p:cNvSpPr>
            <a:spLocks noGrp="1"/>
          </p:cNvSpPr>
          <p:nvPr>
            <p:ph type="body" hasCustomPrompt="1"/>
          </p:nvPr>
        </p:nvSpPr>
        <p:spPr>
          <a:xfrm>
            <a:off x="6165000" y="1422360"/>
            <a:ext cx="297864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55" name="PlaceHolder 7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72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berschrift + Bild groß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6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757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8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9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60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761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762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763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4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5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6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7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8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69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0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1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72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773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4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75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76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777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8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79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0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1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82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783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4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5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6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87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8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89" name="PlaceHolder 2"/>
          <p:cNvSpPr>
            <a:spLocks noGrp="1"/>
          </p:cNvSpPr>
          <p:nvPr>
            <p:ph type="ftr" idx="33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</a:p>
        </p:txBody>
      </p:sp>
      <p:sp>
        <p:nvSpPr>
          <p:cNvPr id="790" name="PlaceHolder 3"/>
          <p:cNvSpPr>
            <a:spLocks noGrp="1"/>
          </p:cNvSpPr>
          <p:nvPr>
            <p:ph type="sldNum" idx="34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EEAC8DD9-2AA3-485D-9B2F-556642166A79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‹#›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1" name="PlaceHolder 4"/>
          <p:cNvSpPr>
            <a:spLocks noGrp="1"/>
          </p:cNvSpPr>
          <p:nvPr>
            <p:ph type="body" hasCustomPrompt="1"/>
          </p:nvPr>
        </p:nvSpPr>
        <p:spPr>
          <a:xfrm>
            <a:off x="0" y="1422360"/>
            <a:ext cx="914364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92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72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 + Untertit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3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794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5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6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97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798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799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800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1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2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3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4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5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06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7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8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09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810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1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12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13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814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5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16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7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8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19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820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1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2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3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24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2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826" name="PlaceHolder 2"/>
          <p:cNvSpPr>
            <a:spLocks noGrp="1"/>
          </p:cNvSpPr>
          <p:nvPr>
            <p:ph type="ftr" idx="35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</a:p>
        </p:txBody>
      </p:sp>
      <p:sp>
        <p:nvSpPr>
          <p:cNvPr id="827" name="PlaceHolder 3"/>
          <p:cNvSpPr>
            <a:spLocks noGrp="1"/>
          </p:cNvSpPr>
          <p:nvPr>
            <p:ph type="sldNum" idx="36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BF682301-F9F0-4029-9176-075876747243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‹#›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8" name="PlaceHolder 4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72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ur Tit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9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830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1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2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833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834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835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836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7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8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9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0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1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42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3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4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45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846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7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48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49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850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1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52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3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4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55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856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7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8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9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60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6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862" name="PlaceHolder 2"/>
          <p:cNvSpPr>
            <a:spLocks noGrp="1"/>
          </p:cNvSpPr>
          <p:nvPr>
            <p:ph type="ftr" idx="37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</a:p>
        </p:txBody>
      </p:sp>
      <p:sp>
        <p:nvSpPr>
          <p:cNvPr id="863" name="PlaceHolder 3"/>
          <p:cNvSpPr>
            <a:spLocks noGrp="1"/>
          </p:cNvSpPr>
          <p:nvPr>
            <p:ph type="sldNum" idx="38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244DD5EB-B1F3-4D0F-8DC9-C61F03067AB0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‹#›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4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865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6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7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868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869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870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871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2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3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4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5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6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77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8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9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80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881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2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83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84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885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6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87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8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9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90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891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2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3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4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95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96" name="PlaceHolder 1"/>
          <p:cNvSpPr>
            <a:spLocks noGrp="1"/>
          </p:cNvSpPr>
          <p:nvPr>
            <p:ph type="ftr" idx="39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</a:p>
        </p:txBody>
      </p:sp>
      <p:sp>
        <p:nvSpPr>
          <p:cNvPr id="897" name="PlaceHolder 2"/>
          <p:cNvSpPr>
            <a:spLocks noGrp="1"/>
          </p:cNvSpPr>
          <p:nvPr>
            <p:ph type="sldNum" idx="40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0D226B7B-63AB-4863-B1C1-858D6B8ED8D8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‹#›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apiteltrenn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8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899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0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1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02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903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904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905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6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7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8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9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0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11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2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3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14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915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6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17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18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919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0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21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2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3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24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925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6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7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8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29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930" name="Gruppieren 49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931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2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3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34" name="PlaceHolder 1"/>
          <p:cNvSpPr>
            <a:spLocks noGrp="1"/>
          </p:cNvSpPr>
          <p:nvPr>
            <p:ph type="title"/>
          </p:nvPr>
        </p:nvSpPr>
        <p:spPr>
          <a:xfrm>
            <a:off x="3843000" y="3034440"/>
            <a:ext cx="4779360" cy="91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35" name="Grafik 11"/>
          <p:cNvSpPr/>
          <p:nvPr/>
        </p:nvSpPr>
        <p:spPr>
          <a:xfrm>
            <a:off x="0" y="0"/>
            <a:ext cx="3731760" cy="4914720"/>
          </a:xfrm>
          <a:custGeom>
            <a:avLst/>
            <a:gdLst>
              <a:gd name="textAreaLeft" fmla="*/ 0 w 3731760"/>
              <a:gd name="textAreaRight" fmla="*/ 3732120 w 3731760"/>
              <a:gd name="textAreaTop" fmla="*/ 0 h 4914720"/>
              <a:gd name="textAreaBottom" fmla="*/ 4915080 h 4914720"/>
              <a:gd name="GluePoint1X" fmla="*/ 0 w 5015880"/>
              <a:gd name="GluePoint1Y" fmla="*/ 0 h 6597650"/>
              <a:gd name="GluePoint2X" fmla="*/ 5015880 w 5015880"/>
              <a:gd name="GluePoint2Y" fmla="*/ 0 h 6597650"/>
              <a:gd name="GluePoint3X" fmla="*/ 5015880 w 5015880"/>
              <a:gd name="GluePoint3Y" fmla="*/ 6597650 h 6597650"/>
              <a:gd name="GluePoint4X" fmla="*/ 0 w 5015880"/>
              <a:gd name="GluePoint4Y" fmla="*/ 6597650 h 65976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6" name="PlaceHolder 2"/>
          <p:cNvSpPr>
            <a:spLocks noGrp="1"/>
          </p:cNvSpPr>
          <p:nvPr>
            <p:ph type="ftr" idx="41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</a:p>
        </p:txBody>
      </p:sp>
      <p:sp>
        <p:nvSpPr>
          <p:cNvPr id="937" name="PlaceHolder 3"/>
          <p:cNvSpPr>
            <a:spLocks noGrp="1"/>
          </p:cNvSpPr>
          <p:nvPr>
            <p:ph type="sldNum" idx="42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83D0833D-6EE8-442C-9C2E-36BBBC93A7A9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‹#›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938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939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940" name="Freihandform: Form 65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1" name="Freihandform: Form 66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2" name="Freihandform: Form 67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3" name="Freihandform: Form 68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4" name="Freihandform: Form 69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5" name="Freihandform: Form 70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46" name="Freihandform: Form 43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7" name="Freihandform: Form 44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8" name="Freihandform: Form 45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49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950" name="Freihandform: Form 63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1" name="Freihandform: Form 64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52" name="Freihandform: Form 47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53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954" name="Freihandform: Form 61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5" name="Freihandform: Form 62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56" name="Freihandform: Form 53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7" name="Freihandform: Form 54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8" name="Freihandform: Form 55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59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960" name="Freihandform: Form 57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1" name="Freihandform: Form 58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2" name="Freihandform: Form 59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3" name="Freihandform: Form 60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apiteltrenner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7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008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9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0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011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012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013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014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5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6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7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8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9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20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1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2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23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024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5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26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27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028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9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30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1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2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33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034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5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6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7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38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039" name="Gruppieren 49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040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1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2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43" name="PlaceHolder 1"/>
          <p:cNvSpPr>
            <a:spLocks noGrp="1"/>
          </p:cNvSpPr>
          <p:nvPr>
            <p:ph type="title"/>
          </p:nvPr>
        </p:nvSpPr>
        <p:spPr>
          <a:xfrm>
            <a:off x="3843000" y="3034440"/>
            <a:ext cx="4779360" cy="91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44" name="PlaceHolder 2"/>
          <p:cNvSpPr>
            <a:spLocks noGrp="1"/>
          </p:cNvSpPr>
          <p:nvPr>
            <p:ph type="ftr" idx="44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</a:p>
        </p:txBody>
      </p:sp>
      <p:sp>
        <p:nvSpPr>
          <p:cNvPr id="1045" name="PlaceHolder 3"/>
          <p:cNvSpPr>
            <a:spLocks noGrp="1"/>
          </p:cNvSpPr>
          <p:nvPr>
            <p:ph type="sldNum" idx="45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CEE59195-AFFD-41C8-93AF-58F464ABDA93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‹#›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046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047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048" name="Freihandform: Form 65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9" name="Freihandform: Form 66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0" name="Freihandform: Form 67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1" name="Freihandform: Form 68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2" name="Freihandform: Form 69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3" name="Freihandform: Form 70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54" name="Freihandform: Form 43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5" name="Freihandform: Form 44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6" name="Freihandform: Form 45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57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058" name="Freihandform: Form 63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9" name="Freihandform: Form 64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60" name="Freihandform: Form 47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61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062" name="Freihandform: Form 61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3" name="Freihandform: Form 62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64" name="Freihandform: Form 53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5" name="Freihandform: Form 54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6" name="Freihandform: Form 55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67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068" name="Freihandform: Form 57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9" name="Freihandform: Form 58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0" name="Freihandform: Form 59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1" name="Freihandform: Form 60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nhaltsverzeichnis 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5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206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7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8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09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210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211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212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3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4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5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6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7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18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9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0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21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222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3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24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25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226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7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28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9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0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31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232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3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4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5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36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37" name="PlaceHolder 1"/>
          <p:cNvSpPr>
            <a:spLocks noGrp="1"/>
          </p:cNvSpPr>
          <p:nvPr>
            <p:ph type="title" hasCustomPrompt="1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Inhaltsverzeichnis (Text bearbeiten)</a:t>
            </a:r>
          </a:p>
        </p:txBody>
      </p:sp>
      <p:sp>
        <p:nvSpPr>
          <p:cNvPr id="1238" name="PlaceHolder 2"/>
          <p:cNvSpPr>
            <a:spLocks noGrp="1"/>
          </p:cNvSpPr>
          <p:nvPr>
            <p:ph type="sldNum" idx="49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618752E1-F0B7-499A-9D3D-C8AF53B7B7C4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‹#›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9" name="PlaceHolder 3"/>
          <p:cNvSpPr>
            <a:spLocks noGrp="1"/>
          </p:cNvSpPr>
          <p:nvPr>
            <p:ph type="ftr" idx="50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</a:p>
        </p:txBody>
      </p:sp>
      <p:sp>
        <p:nvSpPr>
          <p:cNvPr id="1240" name="PlaceHolder 4"/>
          <p:cNvSpPr>
            <a:spLocks noGrp="1"/>
          </p:cNvSpPr>
          <p:nvPr>
            <p:ph type="body" hasCustomPrompt="1"/>
          </p:nvPr>
        </p:nvSpPr>
        <p:spPr>
          <a:xfrm>
            <a:off x="5488200" y="1422360"/>
            <a:ext cx="365544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41" name="PlaceHolder 5"/>
          <p:cNvSpPr>
            <a:spLocks noGrp="1"/>
          </p:cNvSpPr>
          <p:nvPr>
            <p:ph type="body"/>
          </p:nvPr>
        </p:nvSpPr>
        <p:spPr>
          <a:xfrm>
            <a:off x="521640" y="1422360"/>
            <a:ext cx="4586040" cy="3492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199"/>
              </a:spcBef>
              <a:buClr>
                <a:srgbClr val="006AB3"/>
              </a:buClr>
              <a:buFont typeface="Arial"/>
              <a:buAutoNum type="arabicPeriod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5200" indent="-295200" algn="l" defTabSz="914400">
              <a:lnSpc>
                <a:spcPct val="90000"/>
              </a:lnSpc>
              <a:spcBef>
                <a:spcPts val="1199"/>
              </a:spcBef>
              <a:buClr>
                <a:srgbClr val="006AB3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 + Inha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2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243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4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5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46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247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248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249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0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1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2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3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4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55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6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7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58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259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0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61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62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263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4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65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6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7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68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269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0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1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2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73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7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75" name="PlaceHolder 2"/>
          <p:cNvSpPr>
            <a:spLocks noGrp="1"/>
          </p:cNvSpPr>
          <p:nvPr>
            <p:ph type="ftr" idx="51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000" b="0" u="none" strike="noStrike">
                <a:solidFill>
                  <a:schemeClr val="bg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1. Organisation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76" name="PlaceHolder 3"/>
          <p:cNvSpPr>
            <a:spLocks noGrp="1"/>
          </p:cNvSpPr>
          <p:nvPr>
            <p:ph type="sldNum" idx="52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0A59BF45-8B1E-44A2-88F4-D6C0FE2A0DA7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‹#›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7" name="PlaceHolder 4"/>
          <p:cNvSpPr>
            <a:spLocks noGrp="1"/>
          </p:cNvSpPr>
          <p:nvPr>
            <p:ph type="body"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nhalt + Untertit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8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279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0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1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82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283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284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285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6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7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8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9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0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6000" rIns="9000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91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2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3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94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295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6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97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98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299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0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01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2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1440" rIns="9000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3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5040" rIns="9000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04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305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3240" rIns="9000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6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1440" rIns="9000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7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8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309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1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11" name="PlaceHolder 2"/>
          <p:cNvSpPr>
            <a:spLocks noGrp="1"/>
          </p:cNvSpPr>
          <p:nvPr>
            <p:ph type="ftr" idx="53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</a:p>
        </p:txBody>
      </p:sp>
      <p:sp>
        <p:nvSpPr>
          <p:cNvPr id="1312" name="PlaceHolder 3"/>
          <p:cNvSpPr>
            <a:spLocks noGrp="1"/>
          </p:cNvSpPr>
          <p:nvPr>
            <p:ph type="sldNum" idx="54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0C237551-92AF-4F1B-8AB9-4F6EFD659F00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‹#›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3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8100720" cy="3492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14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72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7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23.xml"/><Relationship Id="rId25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6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6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24" Type="http://schemas.openxmlformats.org/officeDocument/2006/relationships/slideLayout" Target="../slideLayouts/slideLayout30.xml"/><Relationship Id="rId5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  <p:sldLayoutId id="2147483672" r:id="rId17"/>
    <p:sldLayoutId id="2147483673" r:id="rId18"/>
    <p:sldLayoutId id="2147483674" r:id="rId19"/>
    <p:sldLayoutId id="2147483675" r:id="rId20"/>
    <p:sldLayoutId id="2147483676" r:id="rId21"/>
    <p:sldLayoutId id="2147483677" r:id="rId22"/>
    <p:sldLayoutId id="2147483678" r:id="rId23"/>
    <p:sldLayoutId id="2147483679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osdev.org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PlaceHolder 1"/>
          <p:cNvSpPr>
            <a:spLocks noGrp="1"/>
          </p:cNvSpPr>
          <p:nvPr>
            <p:ph type="title" hasCustomPrompt="1"/>
          </p:nvPr>
        </p:nvSpPr>
        <p:spPr>
          <a:xfrm>
            <a:off x="3654360" y="1134720"/>
            <a:ext cx="4949640" cy="234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Isolation und Schutz</a:t>
            </a:r>
            <a:br>
              <a:rPr sz="3600"/>
            </a:b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in Betriebssystemen</a:t>
            </a:r>
            <a:br>
              <a:rPr sz="3600"/>
            </a:br>
            <a:br>
              <a:rPr sz="3600"/>
            </a:br>
            <a:r>
              <a:rPr lang="de-DE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1. Einführung</a:t>
            </a:r>
          </a:p>
        </p:txBody>
      </p:sp>
      <p:sp>
        <p:nvSpPr>
          <p:cNvPr id="1322" name="PlaceHolder 2"/>
          <p:cNvSpPr>
            <a:spLocks noGrp="1"/>
          </p:cNvSpPr>
          <p:nvPr>
            <p:ph type="subTitle"/>
          </p:nvPr>
        </p:nvSpPr>
        <p:spPr>
          <a:xfrm>
            <a:off x="3654360" y="3654949"/>
            <a:ext cx="4400640" cy="6044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2"/>
                </a:solidFill>
                <a:effectLst/>
                <a:uFillTx/>
                <a:latin typeface="Arial"/>
              </a:rPr>
              <a:t>Prof. Dr. Michael </a:t>
            </a:r>
            <a:r>
              <a:rPr lang="en-US" sz="1600" b="0" u="none" strike="noStrike" dirty="0" err="1">
                <a:solidFill>
                  <a:schemeClr val="dk2"/>
                </a:solidFill>
                <a:effectLst/>
                <a:uFillTx/>
                <a:latin typeface="Arial"/>
              </a:rPr>
              <a:t>Schöttner</a:t>
            </a:r>
            <a:endParaRPr lang="en-US" sz="1600" b="0" u="none" strike="noStrike" dirty="0">
              <a:solidFill>
                <a:schemeClr val="dk2"/>
              </a:solidFill>
              <a:effectLst/>
              <a:uFillTx/>
              <a:latin typeface="Arial"/>
            </a:endParaRPr>
          </a:p>
          <a:p>
            <a:pPr>
              <a:spcBef>
                <a:spcPts val="601"/>
              </a:spcBef>
              <a:tabLst>
                <a:tab pos="0" algn="l"/>
              </a:tabLst>
            </a:pPr>
            <a:r>
              <a:rPr lang="en-US" sz="1600" dirty="0"/>
              <a:t>Dr. Fabian Ruhland</a:t>
            </a: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600" b="0" u="none" strike="noStrike" dirty="0" err="1">
                <a:solidFill>
                  <a:schemeClr val="dk2"/>
                </a:solidFill>
                <a:effectLst/>
                <a:uFillTx/>
                <a:latin typeface="Arial"/>
              </a:rPr>
              <a:t>WiSe</a:t>
            </a:r>
            <a:r>
              <a:rPr lang="en-US" sz="1600" b="0" u="none" strike="noStrike" dirty="0">
                <a:solidFill>
                  <a:schemeClr val="dk2"/>
                </a:solidFill>
                <a:effectLst/>
                <a:uFillTx/>
                <a:latin typeface="Arial"/>
              </a:rPr>
              <a:t> 26/27</a:t>
            </a:r>
            <a:endParaRPr lang="de-DE" sz="1600" b="0" u="none" strike="noStrike" dirty="0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Vorschau</a:t>
            </a:r>
          </a:p>
        </p:txBody>
      </p:sp>
      <p:sp>
        <p:nvSpPr>
          <p:cNvPr id="1324" name="Inhaltsplatzhalter 7"/>
          <p:cNvSpPr/>
          <p:nvPr/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2000" rIns="0" bIns="0" anchor="t">
            <a:noAutofit/>
          </a:bodyPr>
          <a:lstStyle/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1.1 Organisation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1.2 Lernziele und Nutzen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1.3 Inhalte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1.4 Literatur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1.5 Einordnung der Veranstaltung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1"/>
          </p:nvPr>
        </p:nvSpPr>
        <p:spPr/>
        <p:txBody>
          <a:bodyPr/>
          <a:lstStyle/>
          <a:p>
            <a:r>
              <a:t>1. Einführung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2"/>
          </p:nvPr>
        </p:nvSpPr>
        <p:spPr/>
        <p:txBody>
          <a:bodyPr/>
          <a:lstStyle/>
          <a:p>
            <a:fld id="{FA2D6EE0-8DB5-4624-9EC5-922A467C8702}" type="slidenum">
              <a:rPr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1.1 Organisation</a:t>
            </a:r>
          </a:p>
        </p:txBody>
      </p:sp>
      <p:sp>
        <p:nvSpPr>
          <p:cNvPr id="1329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 marL="266760" indent="-266760"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Vorlesung: 1 </a:t>
            </a:r>
            <a:r>
              <a:rPr lang="de-DE" sz="1600" dirty="0">
                <a:solidFill>
                  <a:schemeClr val="dk1"/>
                </a:solidFill>
              </a:rPr>
              <a:t>SWS + Übung: 3 SWS</a:t>
            </a: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Montag, 10:30 – 12:00 Uhr, 25.12.01.51</a:t>
            </a: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Donnerstag,12:30 – 14:00 Uhr, 25.12.01.51</a:t>
            </a: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Hauptziel: Jede Person implementiert Schutz- und Isolationsmechanismen </a:t>
            </a:r>
            <a:br>
              <a:rPr sz="1600" dirty="0"/>
            </a:b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in einem 64 Bit Betriebssystem für x86</a:t>
            </a: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Die Implementierung </a:t>
            </a:r>
            <a:r>
              <a:rPr lang="de-DE" sz="1400" dirty="0">
                <a:solidFill>
                  <a:schemeClr val="dk1"/>
                </a:solidFill>
                <a:latin typeface="Arial"/>
              </a:rPr>
              <a:t>i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n Rust und stellenweise in Assembler</a:t>
            </a: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Ausgangspunkt ist das eigene Betriebssystem aus BS-Entwicklung </a:t>
            </a:r>
            <a:br>
              <a:rPr sz="1400" dirty="0"/>
            </a:b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oder alternativ wird ein einfaches Betriebssystem bereitgestellt (in ILIAS)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lstStyle/>
          <a:p>
            <a:r>
              <a:rPr dirty="0"/>
              <a:t>1.1 Organisation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lstStyle/>
          <a:p>
            <a:fld id="{94565878-D757-49C6-8460-769FAE3BBBBB}" type="slidenum">
              <a:rPr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1.1 Organisation</a:t>
            </a:r>
          </a:p>
        </p:txBody>
      </p:sp>
      <p:sp>
        <p:nvSpPr>
          <p:cNvPr id="1331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Vorlesungs- und Übungsunterlagen in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github</a:t>
            </a:r>
            <a:endParaRPr lang="de-DE" sz="1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Kommunikation: Forum in ILIAS sowie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RocketChat</a:t>
            </a:r>
            <a:endParaRPr lang="de-DE" sz="1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Voraussetzungen:</a:t>
            </a: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Betriebssystem-Grundkenntnisse empfohlen </a:t>
            </a: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Spaß an hardwarenaher Programmierung </a:t>
            </a: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Durchhaltevermögen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lstStyle/>
          <a:p>
            <a:r>
              <a:t>1.1 Organisation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lstStyle/>
          <a:p>
            <a:fld id="{DA49D915-8434-48B2-AD2E-D858B0736D1A}" type="slidenum">
              <a:rPr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 dirty="0">
                <a:solidFill>
                  <a:schemeClr val="dk2"/>
                </a:solidFill>
                <a:effectLst/>
                <a:uFillTx/>
                <a:latin typeface="Arial"/>
              </a:rPr>
              <a:t>Why Rust for OS </a:t>
            </a:r>
            <a:r>
              <a:rPr lang="de-DE" sz="2700" b="0" u="none" strike="noStrike" dirty="0" err="1">
                <a:solidFill>
                  <a:schemeClr val="dk2"/>
                </a:solidFill>
                <a:effectLst/>
                <a:uFillTx/>
                <a:latin typeface="Arial"/>
              </a:rPr>
              <a:t>development</a:t>
            </a:r>
            <a:r>
              <a:rPr lang="de-DE" sz="2700" b="0" u="none" strike="noStrike" dirty="0">
                <a:solidFill>
                  <a:schemeClr val="dk2"/>
                </a:solidFill>
                <a:effectLst/>
                <a:uFillTx/>
                <a:latin typeface="Arial"/>
              </a:rPr>
              <a:t>?</a:t>
            </a:r>
          </a:p>
        </p:txBody>
      </p:sp>
      <p:sp>
        <p:nvSpPr>
          <p:cNvPr id="1337" name="Inhaltsplatzhalter 7"/>
          <p:cNvSpPr/>
          <p:nvPr/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2000" rIns="0" bIns="0" anchor="t">
            <a:noAutofit/>
          </a:bodyPr>
          <a:lstStyle/>
          <a:p>
            <a:pPr marL="266760" indent="-266760">
              <a:buClr>
                <a:srgbClr val="006AB3"/>
              </a:buClr>
              <a:buFont typeface="Wingdings 2" charset="2"/>
              <a:buChar char=""/>
            </a:pPr>
            <a:r>
              <a:rPr lang="de-DE" dirty="0"/>
              <a:t>Strong type </a:t>
            </a:r>
            <a:r>
              <a:rPr lang="de-DE" dirty="0" err="1"/>
              <a:t>system</a:t>
            </a:r>
            <a:r>
              <a:rPr lang="de-DE" dirty="0"/>
              <a:t> &amp; </a:t>
            </a:r>
            <a:r>
              <a:rPr lang="de-DE" dirty="0" err="1"/>
              <a:t>many</a:t>
            </a:r>
            <a:r>
              <a:rPr lang="de-DE" dirty="0"/>
              <a:t> </a:t>
            </a:r>
            <a:r>
              <a:rPr lang="de-DE" dirty="0" err="1"/>
              <a:t>checks</a:t>
            </a:r>
            <a:r>
              <a:rPr lang="de-DE" dirty="0"/>
              <a:t> at </a:t>
            </a:r>
            <a:r>
              <a:rPr lang="de-DE" dirty="0" err="1"/>
              <a:t>compile</a:t>
            </a:r>
            <a:r>
              <a:rPr lang="de-DE" dirty="0"/>
              <a:t> time</a:t>
            </a:r>
          </a:p>
          <a:p>
            <a:pPr marL="266760" indent="-266760">
              <a:buClr>
                <a:srgbClr val="006AB3"/>
              </a:buClr>
              <a:buFont typeface="Wingdings 2" charset="2"/>
              <a:buChar char=""/>
            </a:pPr>
            <a:endParaRPr lang="de-DE" dirty="0"/>
          </a:p>
          <a:p>
            <a:pPr marL="266760" indent="-266760">
              <a:buClr>
                <a:srgbClr val="006AB3"/>
              </a:buClr>
              <a:buFont typeface="Wingdings 2" charset="2"/>
              <a:buChar char=""/>
            </a:pPr>
            <a:r>
              <a:rPr lang="de-DE" dirty="0"/>
              <a:t>Memory </a:t>
            </a:r>
            <a:r>
              <a:rPr lang="de-DE" dirty="0" err="1"/>
              <a:t>Safety</a:t>
            </a:r>
            <a:r>
              <a:rPr lang="de-DE" dirty="0"/>
              <a:t> → </a:t>
            </a:r>
            <a:r>
              <a:rPr lang="de-DE" dirty="0" err="1"/>
              <a:t>security</a:t>
            </a:r>
            <a:r>
              <a:rPr lang="de-DE" dirty="0"/>
              <a:t> </a:t>
            </a:r>
            <a:r>
              <a:rPr lang="de-DE" dirty="0" err="1"/>
              <a:t>advantages</a:t>
            </a:r>
            <a:endParaRPr lang="de-DE" dirty="0"/>
          </a:p>
          <a:p>
            <a:pPr marL="541338" lvl="1" indent="-274638">
              <a:buClr>
                <a:schemeClr val="accent6"/>
              </a:buClr>
              <a:buFont typeface="Wingdings 2" panose="05020102010507070707" pitchFamily="18" charset="2"/>
              <a:buChar char=""/>
            </a:pPr>
            <a:endParaRPr lang="de-DE" dirty="0"/>
          </a:p>
          <a:p>
            <a:pPr marL="266760" indent="-266760">
              <a:buClr>
                <a:srgbClr val="006AB3"/>
              </a:buClr>
              <a:buFont typeface="Wingdings 2" charset="2"/>
              <a:buChar char=""/>
            </a:pPr>
            <a:r>
              <a:rPr lang="de-DE" dirty="0"/>
              <a:t>Compile-time </a:t>
            </a:r>
            <a:r>
              <a:rPr lang="de-DE" dirty="0" err="1"/>
              <a:t>garbage</a:t>
            </a:r>
            <a:r>
              <a:rPr lang="de-DE" dirty="0"/>
              <a:t> </a:t>
            </a:r>
            <a:r>
              <a:rPr lang="de-DE" dirty="0" err="1"/>
              <a:t>collection</a:t>
            </a:r>
            <a:r>
              <a:rPr lang="de-DE" dirty="0"/>
              <a:t> → fast code</a:t>
            </a:r>
          </a:p>
          <a:p>
            <a:pPr marL="266760" indent="-266760">
              <a:buClr>
                <a:srgbClr val="006AB3"/>
              </a:buClr>
              <a:buFont typeface="Wingdings 2" charset="2"/>
              <a:buChar char=""/>
            </a:pPr>
            <a:endParaRPr lang="de-DE" dirty="0"/>
          </a:p>
          <a:p>
            <a:pPr marL="266760" indent="-266760">
              <a:buClr>
                <a:srgbClr val="006AB3"/>
              </a:buClr>
              <a:buFont typeface="Wingdings 2" charset="2"/>
              <a:buChar char=""/>
            </a:pPr>
            <a:r>
              <a:rPr lang="en-GB" dirty="0"/>
              <a:t>Rust prevents data races at compile time</a:t>
            </a:r>
          </a:p>
          <a:p>
            <a:pPr marL="266760" indent="-266760">
              <a:buClr>
                <a:srgbClr val="006AB3"/>
              </a:buClr>
              <a:buFont typeface="Wingdings 2" charset="2"/>
              <a:buChar char=""/>
            </a:pPr>
            <a:endParaRPr lang="de-DE" dirty="0"/>
          </a:p>
          <a:p>
            <a:pPr marL="266760" indent="-266760">
              <a:buClr>
                <a:srgbClr val="006AB3"/>
              </a:buClr>
              <a:buFont typeface="Wingdings 2" charset="2"/>
              <a:buChar char=""/>
            </a:pPr>
            <a:r>
              <a:rPr lang="en-GB" dirty="0"/>
              <a:t>Bare metal access possible where needed (but unsafe)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2"/>
          </p:nvPr>
        </p:nvSpPr>
        <p:spPr/>
        <p:txBody>
          <a:bodyPr/>
          <a:lstStyle/>
          <a:p>
            <a:fld id="{303625E9-2F83-4B89-B528-5F8646070C74}" type="slidenum">
              <a:rPr/>
              <a:t>5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E54C40A-317A-FB95-9BED-EAEC4D1E25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5617" b="89151"/>
          <a:stretch>
            <a:fillRect/>
          </a:stretch>
        </p:blipFill>
        <p:spPr>
          <a:xfrm>
            <a:off x="6495224" y="1833941"/>
            <a:ext cx="1011930" cy="1080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Inhalte der Vorlesung</a:t>
            </a:r>
          </a:p>
        </p:txBody>
      </p:sp>
      <p:sp>
        <p:nvSpPr>
          <p:cNvPr id="1351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 marL="343080" indent="-34308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Arial"/>
              <a:buAutoNum type="arabicPeriod"/>
            </a:pP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Einleitung </a:t>
            </a:r>
          </a:p>
          <a:p>
            <a:pPr marL="343080" indent="-34308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Arial"/>
              <a:buAutoNum type="arabicPeriod"/>
            </a:pP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Segmentierung und Tasks</a:t>
            </a:r>
          </a:p>
          <a:p>
            <a:pPr marL="343080" indent="-34308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Arial"/>
              <a:buAutoNum type="arabicPeriod"/>
            </a:pP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Systemaufrufe</a:t>
            </a:r>
          </a:p>
          <a:p>
            <a:pPr marL="343080" indent="-34308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Arial"/>
              <a:buAutoNum type="arabicPeriod"/>
            </a:pP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Paging</a:t>
            </a:r>
            <a:endParaRPr lang="de-DE" sz="1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Arial"/>
              <a:buAutoNum type="arabicPeriod"/>
            </a:pP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Kernel Isolation</a:t>
            </a:r>
          </a:p>
          <a:p>
            <a:pPr marL="343080" indent="-34308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Arial"/>
              <a:buAutoNum type="arabicPeriod"/>
            </a:pPr>
            <a:r>
              <a:rPr lang="de-DE" sz="1600" dirty="0">
                <a:solidFill>
                  <a:schemeClr val="dk1"/>
                </a:solidFill>
              </a:rPr>
              <a:t>BS-Architekturen</a:t>
            </a:r>
            <a:endParaRPr lang="de-DE" sz="1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lstStyle/>
          <a:p>
            <a:r>
              <a:t>1.3 Inhalte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lstStyle/>
          <a:p>
            <a:fld id="{50EE2DDC-EE12-447D-BC3C-0FE99E7F4051}" type="slidenum">
              <a:rPr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 dirty="0">
                <a:solidFill>
                  <a:schemeClr val="dk2"/>
                </a:solidFill>
                <a:effectLst/>
                <a:uFillTx/>
                <a:latin typeface="Arial"/>
              </a:rPr>
              <a:t>Übungen / </a:t>
            </a:r>
            <a:r>
              <a:rPr lang="de-DE" sz="2700" b="0" u="none" strike="noStrike" dirty="0" err="1">
                <a:solidFill>
                  <a:schemeClr val="dk2"/>
                </a:solidFill>
                <a:effectLst/>
                <a:uFillTx/>
                <a:latin typeface="Arial"/>
              </a:rPr>
              <a:t>Lessons</a:t>
            </a:r>
            <a:endParaRPr lang="de-DE" sz="2700" b="0" u="none" strike="noStrike" dirty="0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35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Ziel: Schutz- und Isolationsmechanismen selbst entwickeln </a:t>
            </a: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endParaRPr lang="de-DE" sz="1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Das Betriebssystem muss in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Qemu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laufen!</a:t>
            </a: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Rechner zum Testen auf echter Hardware werden in der Übung bereitgestellt</a:t>
            </a: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4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Die Aufgaben bauen aufeinander auf</a:t>
            </a: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Für das Debugging verwenden wir GDB und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Qemu</a:t>
            </a:r>
            <a:endParaRPr lang="de-DE" sz="1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lstStyle/>
          <a:p>
            <a:r>
              <a:t>1.1 Organisation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lstStyle/>
          <a:p>
            <a:fld id="{92BB177B-F1D5-4246-8869-23187A1006AA}" type="slidenum">
              <a:rPr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61332-0324-115A-D468-E59EA886B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PlaceHolder 1">
            <a:extLst>
              <a:ext uri="{FF2B5EF4-FFF2-40B4-BE49-F238E27FC236}">
                <a16:creationId xmlns:a16="http://schemas.microsoft.com/office/drawing/2014/main" id="{ACA2FFE3-6DC5-49E7-D596-C54E6536A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 dirty="0">
                <a:solidFill>
                  <a:schemeClr val="dk2"/>
                </a:solidFill>
                <a:effectLst/>
                <a:uFillTx/>
                <a:latin typeface="Arial"/>
              </a:rPr>
              <a:t>Übungen unterteilt in 6+1 </a:t>
            </a:r>
            <a:r>
              <a:rPr lang="de-DE" sz="2700" b="0" u="none" strike="noStrike" dirty="0" err="1">
                <a:solidFill>
                  <a:schemeClr val="dk2"/>
                </a:solidFill>
                <a:effectLst/>
                <a:uFillTx/>
                <a:latin typeface="Arial"/>
              </a:rPr>
              <a:t>Lessons</a:t>
            </a:r>
            <a:endParaRPr lang="de-DE" sz="2700" b="0" u="none" strike="noStrike" dirty="0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0A18ADA1-582A-62A1-C680-9AEBF8076D91}"/>
              </a:ext>
            </a:extLst>
          </p:cNvPr>
          <p:cNvSpPr>
            <a:spLocks noGrp="1"/>
          </p:cNvSpPr>
          <p:nvPr>
            <p:ph type="ftr" idx="51"/>
          </p:nvPr>
        </p:nvSpPr>
        <p:spPr/>
        <p:txBody>
          <a:bodyPr/>
          <a:lstStyle/>
          <a:p>
            <a:r>
              <a:t>1.1 Organisation</a:t>
            </a:r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BA0F0529-D301-3D07-D1A8-9A939306FB78}"/>
              </a:ext>
            </a:extLst>
          </p:cNvPr>
          <p:cNvSpPr>
            <a:spLocks noGrp="1"/>
          </p:cNvSpPr>
          <p:nvPr>
            <p:ph type="sldNum" idx="52"/>
          </p:nvPr>
        </p:nvSpPr>
        <p:spPr/>
        <p:txBody>
          <a:bodyPr/>
          <a:lstStyle/>
          <a:p>
            <a:fld id="{92BB177B-F1D5-4246-8869-23187A1006AA}" type="slidenum">
              <a:rPr/>
              <a:t>8</a:t>
            </a:fld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C7E3A8-7C6D-D5E7-47C8-EE57468514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71" b="1"/>
          <a:stretch>
            <a:fillRect/>
          </a:stretch>
        </p:blipFill>
        <p:spPr>
          <a:xfrm>
            <a:off x="703426" y="1021970"/>
            <a:ext cx="7001741" cy="4135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806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 dirty="0">
                <a:solidFill>
                  <a:schemeClr val="dk2"/>
                </a:solidFill>
                <a:effectLst/>
                <a:uFillTx/>
                <a:latin typeface="Arial"/>
              </a:rPr>
              <a:t>Prüfungsmodalitäten</a:t>
            </a:r>
          </a:p>
        </p:txBody>
      </p:sp>
      <p:sp>
        <p:nvSpPr>
          <p:cNvPr id="1339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Modul ist für den Studiengang Master Informatik</a:t>
            </a: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Um die 5 ECTS zu erhalten müssen Studierende: </a:t>
            </a:r>
          </a:p>
          <a:p>
            <a:pPr marL="757238" indent="-338138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+mj-lt"/>
              <a:buAutoNum type="arabicPeriod"/>
            </a:pP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An 3 von 6 Terminen an der Besprechung der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Lessons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(8 – 13) teilnehmen.</a:t>
            </a:r>
          </a:p>
          <a:p>
            <a:pPr marL="757238" indent="-338138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+mj-lt"/>
              <a:buAutoNum type="arabicPeriod"/>
            </a:pP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Das eigenen OS, mit individueller Erweiterung (Lesson 14) an einem Termin </a:t>
            </a:r>
            <a:b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</a:b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in den letzten beiden Wochen vorführen</a:t>
            </a:r>
          </a:p>
          <a:p>
            <a:pPr marL="757238" indent="-338138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+mj-lt"/>
              <a:buAutoNum type="arabicPeriod"/>
            </a:pP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Das eigenen OS bis Ende Februar 2027 abgeben</a:t>
            </a: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endParaRPr lang="de-DE" sz="1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Ein Prüfungsgespräch zur eigenen Abgabe wird es nicht mehr geben.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lstStyle/>
          <a:p>
            <a:r>
              <a:t>1.1 Organisation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lstStyle/>
          <a:p>
            <a:fld id="{283FA045-B40D-4AB6-922D-703A020CFC1E}" type="slidenum">
              <a:rPr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 dirty="0">
                <a:solidFill>
                  <a:schemeClr val="dk2"/>
                </a:solidFill>
                <a:effectLst/>
                <a:uFillTx/>
                <a:latin typeface="Arial"/>
              </a:rPr>
              <a:t>1.2 Lernziele</a:t>
            </a:r>
          </a:p>
        </p:txBody>
      </p:sp>
      <p:sp>
        <p:nvSpPr>
          <p:cNvPr id="1344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Vertiefung des Wissens von Betriebssystem-Techniken/-Konzepten</a:t>
            </a: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dirty="0">
                <a:solidFill>
                  <a:schemeClr val="dk1"/>
                </a:solidFill>
              </a:rPr>
              <a:t>Grundlagen für Sicherheit auf Hardware- und Betriebssystemebene</a:t>
            </a:r>
            <a:endParaRPr lang="de-DE" sz="14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Schutz- und Isolationsfunktionen in Betriebssystemen verstehen und implementieren</a:t>
            </a: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dirty="0">
                <a:solidFill>
                  <a:schemeClr val="dk1"/>
                </a:solidFill>
              </a:rPr>
              <a:t>Verstehen, wie Betriebssysteme fehlerhafte oder bösartige Anwendungen begrenzen.</a:t>
            </a:r>
          </a:p>
          <a:p>
            <a:pPr marL="266760" indent="-266760"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endParaRPr lang="de-DE" sz="1600" dirty="0">
              <a:solidFill>
                <a:schemeClr val="dk1"/>
              </a:solidFill>
            </a:endParaRPr>
          </a:p>
          <a:p>
            <a:pPr marL="266760" indent="-266760"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dirty="0">
                <a:solidFill>
                  <a:schemeClr val="dk1"/>
                </a:solidFill>
              </a:rPr>
              <a:t>Komplexe systemnahe Fehler analysieren.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lstStyle/>
          <a:p>
            <a:r>
              <a:rPr dirty="0"/>
              <a:t>1.2 Lernziele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lstStyle/>
          <a:p>
            <a:fld id="{24D96560-B252-481C-A865-2BFCB4870228}" type="slidenum">
              <a:rPr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BFD7D-0C1A-FC7E-0175-EC815A3BB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PlaceHolder 1">
            <a:extLst>
              <a:ext uri="{FF2B5EF4-FFF2-40B4-BE49-F238E27FC236}">
                <a16:creationId xmlns:a16="http://schemas.microsoft.com/office/drawing/2014/main" id="{387FE149-6A46-D98D-3406-3682CFC3A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 dirty="0">
                <a:solidFill>
                  <a:schemeClr val="dk2"/>
                </a:solidFill>
                <a:effectLst/>
                <a:uFillTx/>
                <a:latin typeface="Arial"/>
              </a:rPr>
              <a:t>1.3 KI-Nutzung</a:t>
            </a:r>
          </a:p>
        </p:txBody>
      </p:sp>
      <p:sp>
        <p:nvSpPr>
          <p:cNvPr id="1344" name="PlaceHolder 2">
            <a:extLst>
              <a:ext uri="{FF2B5EF4-FFF2-40B4-BE49-F238E27FC236}">
                <a16:creationId xmlns:a16="http://schemas.microsoft.com/office/drawing/2014/main" id="{E720740D-F7AA-4CCC-4A0E-C4D36D49FFEF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 marL="266760" indent="-266760"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dirty="0">
                <a:solidFill>
                  <a:schemeClr val="dk1"/>
                </a:solidFill>
              </a:rPr>
              <a:t>KI-Nutzung zulässig, es wird aber dringend empfohlen immer zuerst versuchen </a:t>
            </a:r>
            <a:br>
              <a:rPr lang="de-DE" sz="1600" dirty="0">
                <a:solidFill>
                  <a:schemeClr val="dk1"/>
                </a:solidFill>
              </a:rPr>
            </a:br>
            <a:r>
              <a:rPr lang="de-DE" sz="1600" dirty="0">
                <a:solidFill>
                  <a:schemeClr val="dk1"/>
                </a:solidFill>
              </a:rPr>
              <a:t>selbst zu programmieren und zu debuggen und die KI allenfalls als Ratgeber </a:t>
            </a:r>
            <a:br>
              <a:rPr lang="de-DE" sz="1600" dirty="0">
                <a:solidFill>
                  <a:schemeClr val="dk1"/>
                </a:solidFill>
              </a:rPr>
            </a:br>
            <a:r>
              <a:rPr lang="de-DE" sz="1600" dirty="0">
                <a:solidFill>
                  <a:schemeClr val="dk1"/>
                </a:solidFill>
              </a:rPr>
              <a:t>zu verwenden. </a:t>
            </a:r>
          </a:p>
          <a:p>
            <a:pPr marL="266760" indent="-266760"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endParaRPr lang="de-DE" sz="1600" dirty="0">
              <a:solidFill>
                <a:schemeClr val="dk1"/>
              </a:solidFill>
            </a:endParaRPr>
          </a:p>
          <a:p>
            <a:pPr marL="266760" indent="-266760"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dirty="0">
                <a:solidFill>
                  <a:schemeClr val="dk1"/>
                </a:solidFill>
              </a:rPr>
              <a:t>Den eigenen Code muss man erklären können.</a:t>
            </a:r>
          </a:p>
          <a:p>
            <a:pPr marL="266760" indent="-266760"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endParaRPr lang="de-DE" sz="1600" dirty="0">
              <a:solidFill>
                <a:schemeClr val="dk1"/>
              </a:solidFill>
            </a:endParaRPr>
          </a:p>
          <a:p>
            <a:pPr marL="266760" indent="-266760"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dirty="0">
                <a:solidFill>
                  <a:schemeClr val="dk1"/>
                </a:solidFill>
              </a:rPr>
              <a:t>Es gibt keine Klausur, daher ist der Weg das Ziel</a:t>
            </a: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dirty="0">
                <a:solidFill>
                  <a:schemeClr val="dk1"/>
                </a:solidFill>
                <a:latin typeface="Arial"/>
              </a:rPr>
              <a:t>Es ist gut, wenn nicht alles auf Anhieb funktioniert</a:t>
            </a: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Durch längeres Überlegen, gezieltes Debugging und Probieren </a:t>
            </a:r>
            <a:b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</a:b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bekommt man ein vertieftes Verständnis welches </a:t>
            </a:r>
            <a:b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</a:b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im Langzeitgedächtnis bleibt</a:t>
            </a:r>
            <a:endParaRPr lang="de-DE" sz="7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endParaRPr lang="de-DE" sz="1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E5D6C714-09E6-8C2C-8862-C0C755DEA654}"/>
              </a:ext>
            </a:extLst>
          </p:cNvPr>
          <p:cNvSpPr>
            <a:spLocks noGrp="1"/>
          </p:cNvSpPr>
          <p:nvPr>
            <p:ph type="ftr" idx="51"/>
          </p:nvPr>
        </p:nvSpPr>
        <p:spPr/>
        <p:txBody>
          <a:bodyPr/>
          <a:lstStyle/>
          <a:p>
            <a:r>
              <a:rPr lang="de-DE" dirty="0">
                <a:latin typeface="Arial"/>
              </a:rPr>
              <a:t>1.3 KI-Nutzung</a:t>
            </a:r>
            <a:endParaRPr dirty="0"/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D71F274E-B532-4F74-99F4-877576326AD3}"/>
              </a:ext>
            </a:extLst>
          </p:cNvPr>
          <p:cNvSpPr>
            <a:spLocks noGrp="1"/>
          </p:cNvSpPr>
          <p:nvPr>
            <p:ph type="sldNum" idx="52"/>
          </p:nvPr>
        </p:nvSpPr>
        <p:spPr/>
        <p:txBody>
          <a:bodyPr/>
          <a:lstStyle/>
          <a:p>
            <a:fld id="{24D96560-B252-481C-A865-2BFCB4870228}" type="slidenum">
              <a:rPr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4739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r>
              <a:rPr lang="de-DE" dirty="0" err="1"/>
              <a:t>HeineOS</a:t>
            </a:r>
            <a:r>
              <a:rPr lang="de-DE" dirty="0"/>
              <a:t> </a:t>
            </a:r>
            <a:r>
              <a:rPr lang="de-DE" sz="2700" b="0" u="none" strike="noStrike" dirty="0">
                <a:solidFill>
                  <a:schemeClr val="dk2"/>
                </a:solidFill>
                <a:effectLst/>
                <a:uFillTx/>
                <a:latin typeface="Arial"/>
              </a:rPr>
              <a:t>- </a:t>
            </a:r>
            <a:r>
              <a:rPr lang="de-DE" dirty="0"/>
              <a:t>Ausgangssystem</a:t>
            </a:r>
            <a:endParaRPr lang="de-DE" sz="2700" b="0" u="none" strike="noStrike" dirty="0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70" name="Abgerundetes Rechteck 4"/>
          <p:cNvSpPr/>
          <p:nvPr/>
        </p:nvSpPr>
        <p:spPr>
          <a:xfrm>
            <a:off x="1281958" y="3553957"/>
            <a:ext cx="1481792" cy="545177"/>
          </a:xfrm>
          <a:prstGeom prst="roundRect">
            <a:avLst>
              <a:gd name="adj" fmla="val 16667"/>
            </a:avLst>
          </a:prstGeom>
          <a:solidFill>
            <a:srgbClr val="FAD5C3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686160">
              <a:lnSpc>
                <a:spcPct val="100000"/>
              </a:lnSpc>
            </a:pPr>
            <a:r>
              <a:rPr lang="de-DE" sz="135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Geräte-Treiber</a:t>
            </a:r>
            <a:endParaRPr lang="de-DE" sz="13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3" name="Abgerundetes Rechteck 7"/>
          <p:cNvSpPr/>
          <p:nvPr/>
        </p:nvSpPr>
        <p:spPr>
          <a:xfrm>
            <a:off x="2965119" y="2776813"/>
            <a:ext cx="1481792" cy="549152"/>
          </a:xfrm>
          <a:prstGeom prst="roundRect">
            <a:avLst>
              <a:gd name="adj" fmla="val 16667"/>
            </a:avLst>
          </a:prstGeom>
          <a:solidFill>
            <a:srgbClr val="FAD5C3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686160">
              <a:lnSpc>
                <a:spcPct val="100000"/>
              </a:lnSpc>
            </a:pPr>
            <a:r>
              <a:rPr lang="de-DE" sz="135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Heap-Verwaltung</a:t>
            </a:r>
            <a:endParaRPr lang="de-DE" sz="13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4" name="Abgerundetes Rechteck 8"/>
          <p:cNvSpPr/>
          <p:nvPr/>
        </p:nvSpPr>
        <p:spPr>
          <a:xfrm>
            <a:off x="4671127" y="3553957"/>
            <a:ext cx="1481792" cy="545177"/>
          </a:xfrm>
          <a:prstGeom prst="roundRect">
            <a:avLst>
              <a:gd name="adj" fmla="val 16667"/>
            </a:avLst>
          </a:prstGeom>
          <a:solidFill>
            <a:srgbClr val="FAD5C3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/>
        </p:style>
        <p:txBody>
          <a:bodyPr lIns="36000" tIns="36000" rIns="36000" bIns="36000" anchor="ctr">
            <a:noAutofit/>
          </a:bodyPr>
          <a:lstStyle/>
          <a:p>
            <a:pPr algn="ctr" defTabSz="686160">
              <a:lnSpc>
                <a:spcPct val="100000"/>
              </a:lnSpc>
            </a:pPr>
            <a:r>
              <a:rPr lang="de-DE" sz="135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Synchronisierung </a:t>
            </a:r>
            <a:br>
              <a:rPr sz="1350" dirty="0"/>
            </a:br>
            <a:r>
              <a:rPr lang="de-DE" sz="135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und IPC</a:t>
            </a:r>
            <a:endParaRPr lang="de-DE" sz="13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5" name="Abgerundetes Rechteck 9"/>
          <p:cNvSpPr/>
          <p:nvPr/>
        </p:nvSpPr>
        <p:spPr>
          <a:xfrm>
            <a:off x="4671127" y="2776813"/>
            <a:ext cx="1481792" cy="549152"/>
          </a:xfrm>
          <a:prstGeom prst="roundRect">
            <a:avLst>
              <a:gd name="adj" fmla="val 16667"/>
            </a:avLst>
          </a:prstGeom>
          <a:solidFill>
            <a:srgbClr val="FAD5C3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686160">
              <a:lnSpc>
                <a:spcPct val="100000"/>
              </a:lnSpc>
            </a:pPr>
            <a:r>
              <a:rPr lang="de-DE" sz="135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Threads &amp; Scheduler</a:t>
            </a:r>
            <a:endParaRPr lang="de-DE" sz="13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6" name="Abgerundetes Rechteck 10"/>
          <p:cNvSpPr/>
          <p:nvPr/>
        </p:nvSpPr>
        <p:spPr>
          <a:xfrm>
            <a:off x="1281958" y="2780409"/>
            <a:ext cx="1481792" cy="545555"/>
          </a:xfrm>
          <a:prstGeom prst="roundRect">
            <a:avLst>
              <a:gd name="adj" fmla="val 16667"/>
            </a:avLst>
          </a:prstGeom>
          <a:solidFill>
            <a:srgbClr val="FAD5C3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686160">
              <a:lnSpc>
                <a:spcPct val="100000"/>
              </a:lnSpc>
            </a:pPr>
            <a:r>
              <a:rPr lang="de-DE" sz="135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Interrupt-Behandlung</a:t>
            </a:r>
            <a:endParaRPr lang="de-DE" sz="13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1"/>
          </p:nvPr>
        </p:nvSpPr>
        <p:spPr/>
        <p:txBody>
          <a:bodyPr/>
          <a:lstStyle/>
          <a:p>
            <a:r>
              <a:rPr dirty="0"/>
              <a:t>1.</a:t>
            </a:r>
            <a:r>
              <a:rPr lang="de-DE" dirty="0"/>
              <a:t>4</a:t>
            </a:r>
            <a:r>
              <a:rPr dirty="0"/>
              <a:t> </a:t>
            </a:r>
            <a:r>
              <a:rPr lang="de-DE" dirty="0"/>
              <a:t>Architektur</a:t>
            </a:r>
            <a:endParaRPr dirty="0"/>
          </a:p>
        </p:txBody>
      </p:sp>
      <p:sp>
        <p:nvSpPr>
          <p:cNvPr id="4" name="PlaceHolder 3"/>
          <p:cNvSpPr>
            <a:spLocks noGrp="1"/>
          </p:cNvSpPr>
          <p:nvPr>
            <p:ph type="sldNum" idx="52"/>
          </p:nvPr>
        </p:nvSpPr>
        <p:spPr/>
        <p:txBody>
          <a:bodyPr/>
          <a:lstStyle/>
          <a:p>
            <a:fld id="{E32E646A-0662-4EEE-9668-111E9564C094}" type="slidenum">
              <a:rPr/>
              <a:t>12</a:t>
            </a:fld>
            <a:endParaRPr/>
          </a:p>
        </p:txBody>
      </p:sp>
      <p:sp>
        <p:nvSpPr>
          <p:cNvPr id="8" name="Abgerundetes Rechteck 3">
            <a:extLst>
              <a:ext uri="{FF2B5EF4-FFF2-40B4-BE49-F238E27FC236}">
                <a16:creationId xmlns:a16="http://schemas.microsoft.com/office/drawing/2014/main" id="{41B20688-BEAE-C4EC-9517-FF0A8BDD421C}"/>
              </a:ext>
            </a:extLst>
          </p:cNvPr>
          <p:cNvSpPr/>
          <p:nvPr/>
        </p:nvSpPr>
        <p:spPr>
          <a:xfrm>
            <a:off x="1281958" y="4284699"/>
            <a:ext cx="6573025" cy="495000"/>
          </a:xfrm>
          <a:prstGeom prst="roundRect">
            <a:avLst>
              <a:gd name="adj" fmla="val 16667"/>
            </a:avLst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686160">
              <a:lnSpc>
                <a:spcPct val="100000"/>
              </a:lnSpc>
            </a:pPr>
            <a:r>
              <a: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Hardware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Abgerundetes Rechteck 7">
            <a:extLst>
              <a:ext uri="{FF2B5EF4-FFF2-40B4-BE49-F238E27FC236}">
                <a16:creationId xmlns:a16="http://schemas.microsoft.com/office/drawing/2014/main" id="{6C57723A-0C3F-2491-9BB7-2931F2123422}"/>
              </a:ext>
            </a:extLst>
          </p:cNvPr>
          <p:cNvSpPr/>
          <p:nvPr/>
        </p:nvSpPr>
        <p:spPr>
          <a:xfrm>
            <a:off x="2965119" y="3547171"/>
            <a:ext cx="1481792" cy="549152"/>
          </a:xfrm>
          <a:prstGeom prst="roundRect">
            <a:avLst>
              <a:gd name="adj" fmla="val 16667"/>
            </a:avLst>
          </a:prstGeom>
          <a:solidFill>
            <a:srgbClr val="FAD5C3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686160">
              <a:lnSpc>
                <a:spcPct val="100000"/>
              </a:lnSpc>
            </a:pPr>
            <a:r>
              <a:rPr lang="de-DE" sz="135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Dateisystem</a:t>
            </a:r>
            <a:endParaRPr lang="de-DE" sz="13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Abgerundetes Rechteck 9">
            <a:extLst>
              <a:ext uri="{FF2B5EF4-FFF2-40B4-BE49-F238E27FC236}">
                <a16:creationId xmlns:a16="http://schemas.microsoft.com/office/drawing/2014/main" id="{75D42B22-DCC0-6DC8-4616-96029B7BC9B8}"/>
              </a:ext>
            </a:extLst>
          </p:cNvPr>
          <p:cNvSpPr/>
          <p:nvPr/>
        </p:nvSpPr>
        <p:spPr>
          <a:xfrm>
            <a:off x="6373191" y="2767449"/>
            <a:ext cx="1481792" cy="549152"/>
          </a:xfrm>
          <a:prstGeom prst="roundRect">
            <a:avLst>
              <a:gd name="adj" fmla="val 16667"/>
            </a:avLst>
          </a:prstGeom>
          <a:solidFill>
            <a:srgbClr val="FAD5C3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686160">
              <a:lnSpc>
                <a:spcPct val="100000"/>
              </a:lnSpc>
            </a:pPr>
            <a:r>
              <a:rPr lang="de-DE" sz="135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Bibliotheken</a:t>
            </a:r>
            <a:endParaRPr lang="de-DE" sz="13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" name="Straight Connector 2">
            <a:extLst>
              <a:ext uri="{FF2B5EF4-FFF2-40B4-BE49-F238E27FC236}">
                <a16:creationId xmlns:a16="http://schemas.microsoft.com/office/drawing/2014/main" id="{31599F93-D46D-98BD-4D87-AAAD65948970}"/>
              </a:ext>
            </a:extLst>
          </p:cNvPr>
          <p:cNvCxnSpPr>
            <a:cxnSpLocks/>
          </p:cNvCxnSpPr>
          <p:nvPr/>
        </p:nvCxnSpPr>
        <p:spPr>
          <a:xfrm flipV="1">
            <a:off x="747718" y="1931171"/>
            <a:ext cx="7338046" cy="4320"/>
          </a:xfrm>
          <a:prstGeom prst="straightConnector1">
            <a:avLst/>
          </a:prstGeom>
          <a:ln w="25400">
            <a:solidFill>
              <a:schemeClr val="tx1"/>
            </a:solidFill>
          </a:ln>
        </p:spPr>
      </p:cxnSp>
      <p:sp>
        <p:nvSpPr>
          <p:cNvPr id="17" name="TextBox 19">
            <a:extLst>
              <a:ext uri="{FF2B5EF4-FFF2-40B4-BE49-F238E27FC236}">
                <a16:creationId xmlns:a16="http://schemas.microsoft.com/office/drawing/2014/main" id="{E1305274-ED8E-10BE-DF08-163DF9C1E3E7}"/>
              </a:ext>
            </a:extLst>
          </p:cNvPr>
          <p:cNvSpPr/>
          <p:nvPr/>
        </p:nvSpPr>
        <p:spPr>
          <a:xfrm>
            <a:off x="518398" y="1941422"/>
            <a:ext cx="732600" cy="50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686160">
              <a:lnSpc>
                <a:spcPct val="100000"/>
              </a:lnSpc>
            </a:pPr>
            <a:r>
              <a:rPr lang="en-GB" sz="1350" b="0" u="none" strike="noStrike" dirty="0">
                <a:effectLst/>
                <a:uFillTx/>
                <a:latin typeface="Arial"/>
              </a:rPr>
              <a:t>K</a:t>
            </a:r>
            <a:r>
              <a:rPr lang="en-DE" sz="1350" b="0" u="none" strike="noStrike" dirty="0">
                <a:effectLst/>
                <a:uFillTx/>
                <a:latin typeface="Arial"/>
              </a:rPr>
              <a:t>ernel </a:t>
            </a:r>
            <a:br>
              <a:rPr sz="1350" dirty="0"/>
            </a:br>
            <a:r>
              <a:rPr lang="en-DE" sz="1350" b="0" u="none" strike="noStrike" dirty="0">
                <a:effectLst/>
                <a:uFillTx/>
                <a:latin typeface="Arial"/>
              </a:rPr>
              <a:t>mode</a:t>
            </a:r>
            <a:endParaRPr lang="de-DE" sz="1350" b="0" u="none" strike="noStrike" dirty="0">
              <a:effectLst/>
              <a:uFillTx/>
              <a:latin typeface="Arial"/>
            </a:endParaRPr>
          </a:p>
        </p:txBody>
      </p:sp>
      <p:sp>
        <p:nvSpPr>
          <p:cNvPr id="18" name="TextBox 20">
            <a:extLst>
              <a:ext uri="{FF2B5EF4-FFF2-40B4-BE49-F238E27FC236}">
                <a16:creationId xmlns:a16="http://schemas.microsoft.com/office/drawing/2014/main" id="{A3B37FEA-EED5-C394-DC80-DA225972A748}"/>
              </a:ext>
            </a:extLst>
          </p:cNvPr>
          <p:cNvSpPr/>
          <p:nvPr/>
        </p:nvSpPr>
        <p:spPr>
          <a:xfrm>
            <a:off x="507598" y="1413297"/>
            <a:ext cx="617040" cy="50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686160">
              <a:lnSpc>
                <a:spcPct val="100000"/>
              </a:lnSpc>
            </a:pPr>
            <a:r>
              <a:rPr lang="en-DE" sz="1350" b="0" u="none" strike="noStrike" dirty="0">
                <a:effectLst/>
                <a:uFillTx/>
                <a:latin typeface="Arial"/>
              </a:rPr>
              <a:t>User </a:t>
            </a:r>
            <a:br>
              <a:rPr sz="1350" dirty="0"/>
            </a:br>
            <a:r>
              <a:rPr lang="en-DE" sz="1350" b="0" u="none" strike="noStrike" dirty="0">
                <a:effectLst/>
                <a:uFillTx/>
                <a:latin typeface="Arial"/>
              </a:rPr>
              <a:t>mode</a:t>
            </a:r>
            <a:endParaRPr lang="de-DE" sz="1350" b="0" u="none" strike="noStrike" dirty="0">
              <a:effectLst/>
              <a:uFillTx/>
              <a:latin typeface="Arial"/>
            </a:endParaRPr>
          </a:p>
        </p:txBody>
      </p:sp>
      <p:sp>
        <p:nvSpPr>
          <p:cNvPr id="19" name="Abgerundetes Rechteck 5">
            <a:extLst>
              <a:ext uri="{FF2B5EF4-FFF2-40B4-BE49-F238E27FC236}">
                <a16:creationId xmlns:a16="http://schemas.microsoft.com/office/drawing/2014/main" id="{EAE1015D-8F23-6388-4431-FD8C94E8EBD0}"/>
              </a:ext>
            </a:extLst>
          </p:cNvPr>
          <p:cNvSpPr/>
          <p:nvPr/>
        </p:nvSpPr>
        <p:spPr>
          <a:xfrm>
            <a:off x="1250997" y="2101472"/>
            <a:ext cx="6603985" cy="4950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ADD9D5"/>
              </a:gs>
              <a:gs pos="50000">
                <a:srgbClr val="A0D2CD"/>
              </a:gs>
              <a:gs pos="100000">
                <a:srgbClr val="8FCFC8"/>
              </a:gs>
            </a:gsLst>
            <a:lin ang="5400000"/>
          </a:gradFill>
          <a:ln>
            <a:solidFill>
              <a:srgbClr val="57BAB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686160">
              <a:lnSpc>
                <a:spcPct val="100000"/>
              </a:lnSpc>
            </a:pPr>
            <a:r>
              <a:rPr lang="de-DE" sz="135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Anwendungen als Kernel-Threads (nur ein Adressraum für alles)</a:t>
            </a:r>
            <a:endParaRPr lang="de-DE" sz="13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E9349-F39D-C9D3-7714-ED2BCF054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PlaceHolder 1">
            <a:extLst>
              <a:ext uri="{FF2B5EF4-FFF2-40B4-BE49-F238E27FC236}">
                <a16:creationId xmlns:a16="http://schemas.microsoft.com/office/drawing/2014/main" id="{9D4BF1A1-13A8-C1EB-8AD8-D05746890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r>
              <a:rPr lang="de-DE" dirty="0" err="1"/>
              <a:t>HeineOS</a:t>
            </a:r>
            <a:r>
              <a:rPr lang="de-DE" dirty="0"/>
              <a:t> </a:t>
            </a:r>
            <a:r>
              <a:rPr lang="de-DE" sz="2700" b="0" u="none" strike="noStrike" dirty="0">
                <a:solidFill>
                  <a:schemeClr val="dk2"/>
                </a:solidFill>
                <a:effectLst/>
                <a:uFillTx/>
                <a:latin typeface="Arial"/>
              </a:rPr>
              <a:t>- Zielsystem</a:t>
            </a:r>
          </a:p>
        </p:txBody>
      </p:sp>
      <p:sp>
        <p:nvSpPr>
          <p:cNvPr id="1370" name="Abgerundetes Rechteck 4">
            <a:extLst>
              <a:ext uri="{FF2B5EF4-FFF2-40B4-BE49-F238E27FC236}">
                <a16:creationId xmlns:a16="http://schemas.microsoft.com/office/drawing/2014/main" id="{64C050DE-9681-AF4C-DADB-23656A8E675A}"/>
              </a:ext>
            </a:extLst>
          </p:cNvPr>
          <p:cNvSpPr/>
          <p:nvPr/>
        </p:nvSpPr>
        <p:spPr>
          <a:xfrm>
            <a:off x="1281958" y="3553952"/>
            <a:ext cx="1481792" cy="545177"/>
          </a:xfrm>
          <a:prstGeom prst="roundRect">
            <a:avLst>
              <a:gd name="adj" fmla="val 16667"/>
            </a:avLst>
          </a:prstGeom>
          <a:solidFill>
            <a:srgbClr val="FAD5C3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686160">
              <a:lnSpc>
                <a:spcPct val="100000"/>
              </a:lnSpc>
            </a:pPr>
            <a:r>
              <a:rPr lang="de-DE" sz="135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Geräte-Treiber</a:t>
            </a:r>
            <a:endParaRPr lang="de-DE" sz="13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1" name="Abgerundetes Rechteck 5">
            <a:extLst>
              <a:ext uri="{FF2B5EF4-FFF2-40B4-BE49-F238E27FC236}">
                <a16:creationId xmlns:a16="http://schemas.microsoft.com/office/drawing/2014/main" id="{672643B8-03CC-C614-1D90-1B2863B7148E}"/>
              </a:ext>
            </a:extLst>
          </p:cNvPr>
          <p:cNvSpPr/>
          <p:nvPr/>
        </p:nvSpPr>
        <p:spPr>
          <a:xfrm>
            <a:off x="1281958" y="1177264"/>
            <a:ext cx="1481792" cy="4950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ADD9D5"/>
              </a:gs>
              <a:gs pos="50000">
                <a:srgbClr val="A0D2CD"/>
              </a:gs>
              <a:gs pos="100000">
                <a:srgbClr val="8FCFC8"/>
              </a:gs>
            </a:gsLst>
            <a:lin ang="5400000"/>
          </a:gradFill>
          <a:ln>
            <a:solidFill>
              <a:srgbClr val="57BAB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686160">
              <a:lnSpc>
                <a:spcPct val="100000"/>
              </a:lnSpc>
            </a:pPr>
            <a:r>
              <a: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Prozess 1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3" name="Abgerundetes Rechteck 7">
            <a:extLst>
              <a:ext uri="{FF2B5EF4-FFF2-40B4-BE49-F238E27FC236}">
                <a16:creationId xmlns:a16="http://schemas.microsoft.com/office/drawing/2014/main" id="{9CAB2D63-A4E3-58F2-6A58-527E79057895}"/>
              </a:ext>
            </a:extLst>
          </p:cNvPr>
          <p:cNvSpPr/>
          <p:nvPr/>
        </p:nvSpPr>
        <p:spPr>
          <a:xfrm>
            <a:off x="2965119" y="2776808"/>
            <a:ext cx="1481792" cy="549152"/>
          </a:xfrm>
          <a:prstGeom prst="roundRect">
            <a:avLst>
              <a:gd name="adj" fmla="val 16667"/>
            </a:avLst>
          </a:prstGeom>
          <a:solidFill>
            <a:srgbClr val="FAD5C3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686160">
              <a:lnSpc>
                <a:spcPct val="100000"/>
              </a:lnSpc>
            </a:pPr>
            <a:r>
              <a:rPr lang="de-DE" sz="135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Heap-Verwaltung</a:t>
            </a:r>
            <a:endParaRPr lang="de-DE" sz="13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4" name="Abgerundetes Rechteck 8">
            <a:extLst>
              <a:ext uri="{FF2B5EF4-FFF2-40B4-BE49-F238E27FC236}">
                <a16:creationId xmlns:a16="http://schemas.microsoft.com/office/drawing/2014/main" id="{5EBDF205-4C60-5973-8F7A-FCFA5936229E}"/>
              </a:ext>
            </a:extLst>
          </p:cNvPr>
          <p:cNvSpPr/>
          <p:nvPr/>
        </p:nvSpPr>
        <p:spPr>
          <a:xfrm>
            <a:off x="4671127" y="3553952"/>
            <a:ext cx="1481792" cy="545177"/>
          </a:xfrm>
          <a:prstGeom prst="roundRect">
            <a:avLst>
              <a:gd name="adj" fmla="val 16667"/>
            </a:avLst>
          </a:prstGeom>
          <a:solidFill>
            <a:srgbClr val="FAD5C3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/>
        </p:style>
        <p:txBody>
          <a:bodyPr lIns="36000" tIns="36000" rIns="36000" bIns="36000" anchor="ctr">
            <a:noAutofit/>
          </a:bodyPr>
          <a:lstStyle/>
          <a:p>
            <a:pPr algn="ctr" defTabSz="686160">
              <a:lnSpc>
                <a:spcPct val="100000"/>
              </a:lnSpc>
            </a:pPr>
            <a:r>
              <a:rPr lang="de-DE" sz="135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Synchronisierung </a:t>
            </a:r>
            <a:br>
              <a:rPr sz="1350" dirty="0"/>
            </a:br>
            <a:r>
              <a:rPr lang="de-DE" sz="135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und IPC</a:t>
            </a:r>
            <a:endParaRPr lang="de-DE" sz="13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5" name="Abgerundetes Rechteck 9">
            <a:extLst>
              <a:ext uri="{FF2B5EF4-FFF2-40B4-BE49-F238E27FC236}">
                <a16:creationId xmlns:a16="http://schemas.microsoft.com/office/drawing/2014/main" id="{1E2F7D85-A3ED-595F-BF13-F2D1A1BA4E83}"/>
              </a:ext>
            </a:extLst>
          </p:cNvPr>
          <p:cNvSpPr/>
          <p:nvPr/>
        </p:nvSpPr>
        <p:spPr>
          <a:xfrm>
            <a:off x="4671127" y="2776808"/>
            <a:ext cx="1481792" cy="549152"/>
          </a:xfrm>
          <a:prstGeom prst="roundRect">
            <a:avLst>
              <a:gd name="adj" fmla="val 16667"/>
            </a:avLst>
          </a:prstGeom>
          <a:solidFill>
            <a:srgbClr val="FAD5C3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686160">
              <a:lnSpc>
                <a:spcPct val="100000"/>
              </a:lnSpc>
            </a:pPr>
            <a:r>
              <a:rPr lang="de-DE" sz="135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Threads &amp; Scheduler</a:t>
            </a:r>
            <a:endParaRPr lang="de-DE" sz="13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6" name="Abgerundetes Rechteck 10">
            <a:extLst>
              <a:ext uri="{FF2B5EF4-FFF2-40B4-BE49-F238E27FC236}">
                <a16:creationId xmlns:a16="http://schemas.microsoft.com/office/drawing/2014/main" id="{DB659471-2052-394A-FAB2-9D7E601835EA}"/>
              </a:ext>
            </a:extLst>
          </p:cNvPr>
          <p:cNvSpPr/>
          <p:nvPr/>
        </p:nvSpPr>
        <p:spPr>
          <a:xfrm>
            <a:off x="1281958" y="2780404"/>
            <a:ext cx="1481792" cy="545555"/>
          </a:xfrm>
          <a:prstGeom prst="roundRect">
            <a:avLst>
              <a:gd name="adj" fmla="val 16667"/>
            </a:avLst>
          </a:prstGeom>
          <a:solidFill>
            <a:srgbClr val="FAD5C3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686160">
              <a:lnSpc>
                <a:spcPct val="100000"/>
              </a:lnSpc>
            </a:pPr>
            <a:r>
              <a:rPr lang="de-DE" sz="135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Interrupt-Behandlung</a:t>
            </a:r>
            <a:endParaRPr lang="de-DE" sz="13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77" name="Straight Connector 2">
            <a:extLst>
              <a:ext uri="{FF2B5EF4-FFF2-40B4-BE49-F238E27FC236}">
                <a16:creationId xmlns:a16="http://schemas.microsoft.com/office/drawing/2014/main" id="{8E4555F6-BE84-4664-4E60-02FCE78C4AD1}"/>
              </a:ext>
            </a:extLst>
          </p:cNvPr>
          <p:cNvCxnSpPr>
            <a:cxnSpLocks/>
          </p:cNvCxnSpPr>
          <p:nvPr/>
        </p:nvCxnSpPr>
        <p:spPr>
          <a:xfrm flipV="1">
            <a:off x="747718" y="2569908"/>
            <a:ext cx="7338046" cy="4320"/>
          </a:xfrm>
          <a:prstGeom prst="straightConnector1">
            <a:avLst/>
          </a:prstGeom>
          <a:ln w="25400">
            <a:solidFill>
              <a:srgbClr val="FF0000"/>
            </a:solidFill>
          </a:ln>
        </p:spPr>
      </p:cxnSp>
      <p:sp>
        <p:nvSpPr>
          <p:cNvPr id="1378" name="Abgerundetes Rechteck 5">
            <a:extLst>
              <a:ext uri="{FF2B5EF4-FFF2-40B4-BE49-F238E27FC236}">
                <a16:creationId xmlns:a16="http://schemas.microsoft.com/office/drawing/2014/main" id="{721039AC-097E-343B-453F-901681E59FAC}"/>
              </a:ext>
            </a:extLst>
          </p:cNvPr>
          <p:cNvSpPr/>
          <p:nvPr/>
        </p:nvSpPr>
        <p:spPr>
          <a:xfrm>
            <a:off x="3883334" y="1155596"/>
            <a:ext cx="1481792" cy="4950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ADD9D5"/>
              </a:gs>
              <a:gs pos="50000">
                <a:srgbClr val="A0D2CD"/>
              </a:gs>
              <a:gs pos="100000">
                <a:srgbClr val="8FCFC8"/>
              </a:gs>
            </a:gsLst>
            <a:lin ang="5400000"/>
          </a:gradFill>
          <a:ln>
            <a:solidFill>
              <a:srgbClr val="57BAB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686160">
              <a:lnSpc>
                <a:spcPct val="100000"/>
              </a:lnSpc>
            </a:pPr>
            <a:r>
              <a:rPr lang="de-DE" sz="135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Prozess 2</a:t>
            </a:r>
            <a:endParaRPr lang="de-DE" sz="13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9" name="Abgerundetes Rechteck 5">
            <a:extLst>
              <a:ext uri="{FF2B5EF4-FFF2-40B4-BE49-F238E27FC236}">
                <a16:creationId xmlns:a16="http://schemas.microsoft.com/office/drawing/2014/main" id="{19842572-AE8A-E660-E151-57DAFD11EF97}"/>
              </a:ext>
            </a:extLst>
          </p:cNvPr>
          <p:cNvSpPr/>
          <p:nvPr/>
        </p:nvSpPr>
        <p:spPr>
          <a:xfrm>
            <a:off x="6373191" y="1155596"/>
            <a:ext cx="1481792" cy="4950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ADD9D5"/>
              </a:gs>
              <a:gs pos="50000">
                <a:srgbClr val="A0D2CD"/>
              </a:gs>
              <a:gs pos="100000">
                <a:srgbClr val="8FCFC8"/>
              </a:gs>
            </a:gsLst>
            <a:lin ang="5400000"/>
          </a:gradFill>
          <a:ln>
            <a:solidFill>
              <a:srgbClr val="57BAB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686160">
              <a:lnSpc>
                <a:spcPct val="100000"/>
              </a:lnSpc>
            </a:pPr>
            <a:r>
              <a: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Prozess 3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0" name="TextBox 18">
            <a:extLst>
              <a:ext uri="{FF2B5EF4-FFF2-40B4-BE49-F238E27FC236}">
                <a16:creationId xmlns:a16="http://schemas.microsoft.com/office/drawing/2014/main" id="{34E1D792-6B75-B56C-94D2-D28FC72C2144}"/>
              </a:ext>
            </a:extLst>
          </p:cNvPr>
          <p:cNvSpPr/>
          <p:nvPr/>
        </p:nvSpPr>
        <p:spPr>
          <a:xfrm>
            <a:off x="1281958" y="2422668"/>
            <a:ext cx="6573025" cy="29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686160">
              <a:lnSpc>
                <a:spcPct val="100000"/>
              </a:lnSpc>
            </a:pPr>
            <a:r>
              <a:rPr lang="en-DE" sz="1350" b="0" u="none" strike="noStrike" dirty="0">
                <a:solidFill>
                  <a:srgbClr val="FF0000"/>
                </a:solidFill>
                <a:effectLst/>
                <a:highlight>
                  <a:srgbClr val="FFFF00"/>
                </a:highlight>
                <a:uFillTx/>
                <a:latin typeface="Arial"/>
              </a:rPr>
              <a:t>Systemaufrufsschnittstelle</a:t>
            </a:r>
            <a:endParaRPr lang="de-DE" sz="13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1" name="TextBox 19">
            <a:extLst>
              <a:ext uri="{FF2B5EF4-FFF2-40B4-BE49-F238E27FC236}">
                <a16:creationId xmlns:a16="http://schemas.microsoft.com/office/drawing/2014/main" id="{44ACBAE5-8312-0C37-DA77-D867D9C91407}"/>
              </a:ext>
            </a:extLst>
          </p:cNvPr>
          <p:cNvSpPr/>
          <p:nvPr/>
        </p:nvSpPr>
        <p:spPr>
          <a:xfrm>
            <a:off x="518398" y="2559994"/>
            <a:ext cx="732600" cy="50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686160">
              <a:lnSpc>
                <a:spcPct val="100000"/>
              </a:lnSpc>
            </a:pPr>
            <a:r>
              <a:rPr lang="en-GB" sz="135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K</a:t>
            </a:r>
            <a:r>
              <a:rPr lang="en-DE" sz="135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ernel </a:t>
            </a:r>
            <a:br>
              <a:rPr sz="1350"/>
            </a:br>
            <a:r>
              <a:rPr lang="en-DE" sz="135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mode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2" name="TextBox 20">
            <a:extLst>
              <a:ext uri="{FF2B5EF4-FFF2-40B4-BE49-F238E27FC236}">
                <a16:creationId xmlns:a16="http://schemas.microsoft.com/office/drawing/2014/main" id="{00669BDC-1EA9-7AF9-0FEA-69307FBACA0F}"/>
              </a:ext>
            </a:extLst>
          </p:cNvPr>
          <p:cNvSpPr/>
          <p:nvPr/>
        </p:nvSpPr>
        <p:spPr>
          <a:xfrm>
            <a:off x="507598" y="2052034"/>
            <a:ext cx="617040" cy="50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686160">
              <a:lnSpc>
                <a:spcPct val="100000"/>
              </a:lnSpc>
            </a:pPr>
            <a:r>
              <a:rPr lang="en-DE" sz="1350" b="0" u="none" strike="noStrike" dirty="0">
                <a:solidFill>
                  <a:srgbClr val="FF0000"/>
                </a:solidFill>
                <a:effectLst/>
                <a:uFillTx/>
                <a:latin typeface="Arial"/>
              </a:rPr>
              <a:t>User </a:t>
            </a:r>
            <a:br>
              <a:rPr sz="1350" dirty="0"/>
            </a:br>
            <a:r>
              <a:rPr lang="en-DE" sz="1350" b="0" u="none" strike="noStrike" dirty="0">
                <a:solidFill>
                  <a:srgbClr val="FF0000"/>
                </a:solidFill>
                <a:effectLst/>
                <a:uFillTx/>
                <a:latin typeface="Arial"/>
              </a:rPr>
              <a:t>mode</a:t>
            </a:r>
            <a:endParaRPr lang="de-DE" sz="13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6409E721-D59B-316B-48E3-BFE6B867266D}"/>
              </a:ext>
            </a:extLst>
          </p:cNvPr>
          <p:cNvSpPr>
            <a:spLocks noGrp="1"/>
          </p:cNvSpPr>
          <p:nvPr>
            <p:ph type="ftr" idx="51"/>
          </p:nvPr>
        </p:nvSpPr>
        <p:spPr/>
        <p:txBody>
          <a:bodyPr/>
          <a:lstStyle/>
          <a:p>
            <a:r>
              <a:rPr lang="en-GB" dirty="0"/>
              <a:t>1.4 </a:t>
            </a:r>
            <a:r>
              <a:rPr lang="en-GB" dirty="0" err="1"/>
              <a:t>Architektur</a:t>
            </a:r>
            <a:endParaRPr lang="en-GB" dirty="0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6C763E1C-63C2-969A-BA68-4AF65C26EE7C}"/>
              </a:ext>
            </a:extLst>
          </p:cNvPr>
          <p:cNvSpPr>
            <a:spLocks noGrp="1"/>
          </p:cNvSpPr>
          <p:nvPr>
            <p:ph type="sldNum" idx="52"/>
          </p:nvPr>
        </p:nvSpPr>
        <p:spPr/>
        <p:txBody>
          <a:bodyPr/>
          <a:lstStyle/>
          <a:p>
            <a:fld id="{E32E646A-0662-4EEE-9668-111E9564C094}" type="slidenum">
              <a:rPr/>
              <a:t>13</a:t>
            </a:fld>
            <a:endParaRPr/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6E58257D-0480-BDC9-4EBB-605C33C2053E}"/>
              </a:ext>
            </a:extLst>
          </p:cNvPr>
          <p:cNvSpPr/>
          <p:nvPr/>
        </p:nvSpPr>
        <p:spPr>
          <a:xfrm>
            <a:off x="6373191" y="2785804"/>
            <a:ext cx="1481792" cy="545555"/>
          </a:xfrm>
          <a:prstGeom prst="roundRect">
            <a:avLst>
              <a:gd name="adj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BE0A26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686160">
              <a:lnSpc>
                <a:spcPct val="100000"/>
              </a:lnSpc>
            </a:pPr>
            <a:r>
              <a:rPr lang="de-DE" sz="1350" dirty="0">
                <a:solidFill>
                  <a:schemeClr val="dk1"/>
                </a:solidFill>
                <a:latin typeface="Arial"/>
              </a:rPr>
              <a:t>Prozesse</a:t>
            </a:r>
            <a:endParaRPr lang="de-DE" sz="13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Abgerundetes Rechteck 3">
            <a:extLst>
              <a:ext uri="{FF2B5EF4-FFF2-40B4-BE49-F238E27FC236}">
                <a16:creationId xmlns:a16="http://schemas.microsoft.com/office/drawing/2014/main" id="{CA8BC14C-CFAA-64B0-B045-5CB51F77125C}"/>
              </a:ext>
            </a:extLst>
          </p:cNvPr>
          <p:cNvSpPr/>
          <p:nvPr/>
        </p:nvSpPr>
        <p:spPr>
          <a:xfrm>
            <a:off x="1281958" y="4284694"/>
            <a:ext cx="6573025" cy="495000"/>
          </a:xfrm>
          <a:prstGeom prst="roundRect">
            <a:avLst>
              <a:gd name="adj" fmla="val 16667"/>
            </a:avLst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686160">
              <a:lnSpc>
                <a:spcPct val="100000"/>
              </a:lnSpc>
            </a:pPr>
            <a:r>
              <a: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Hardware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Abgerundetes Rechteck 6">
            <a:extLst>
              <a:ext uri="{FF2B5EF4-FFF2-40B4-BE49-F238E27FC236}">
                <a16:creationId xmlns:a16="http://schemas.microsoft.com/office/drawing/2014/main" id="{CCD04CF2-40D2-26F2-1FFE-504601532BE7}"/>
              </a:ext>
            </a:extLst>
          </p:cNvPr>
          <p:cNvSpPr/>
          <p:nvPr/>
        </p:nvSpPr>
        <p:spPr>
          <a:xfrm>
            <a:off x="6373191" y="3551141"/>
            <a:ext cx="1481792" cy="545177"/>
          </a:xfrm>
          <a:prstGeom prst="roundRect">
            <a:avLst>
              <a:gd name="adj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BE0A26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686160"/>
            <a:r>
              <a:rPr lang="de-DE" sz="1350" dirty="0" err="1">
                <a:solidFill>
                  <a:schemeClr val="dk1"/>
                </a:solidFill>
              </a:rPr>
              <a:t>Paging</a:t>
            </a:r>
            <a:r>
              <a:rPr lang="de-DE" sz="1350" dirty="0">
                <a:solidFill>
                  <a:schemeClr val="dk1"/>
                </a:solidFill>
              </a:rPr>
              <a:t> / </a:t>
            </a:r>
            <a:r>
              <a:rPr lang="de-DE" sz="1350" dirty="0" err="1">
                <a:solidFill>
                  <a:schemeClr val="dk1"/>
                </a:solidFill>
              </a:rPr>
              <a:t>Protection</a:t>
            </a:r>
            <a:endParaRPr lang="de-DE" sz="1350" dirty="0">
              <a:solidFill>
                <a:srgbClr val="000000"/>
              </a:solidFill>
            </a:endParaRPr>
          </a:p>
        </p:txBody>
      </p:sp>
      <p:sp>
        <p:nvSpPr>
          <p:cNvPr id="14" name="Abgerundetes Rechteck 4">
            <a:extLst>
              <a:ext uri="{FF2B5EF4-FFF2-40B4-BE49-F238E27FC236}">
                <a16:creationId xmlns:a16="http://schemas.microsoft.com/office/drawing/2014/main" id="{46687DF6-4656-D1C9-C092-1FB378E04C78}"/>
              </a:ext>
            </a:extLst>
          </p:cNvPr>
          <p:cNvSpPr/>
          <p:nvPr/>
        </p:nvSpPr>
        <p:spPr>
          <a:xfrm>
            <a:off x="1281958" y="1812685"/>
            <a:ext cx="1481792" cy="545177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4DB9D"/>
              </a:gs>
              <a:gs pos="50000">
                <a:srgbClr val="B9D090"/>
              </a:gs>
              <a:gs pos="100000">
                <a:srgbClr val="B1CE7B"/>
              </a:gs>
            </a:gsLst>
            <a:lin ang="5400000"/>
          </a:gradFill>
          <a:ln>
            <a:solidFill>
              <a:srgbClr val="8CB11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686160">
              <a:lnSpc>
                <a:spcPct val="100000"/>
              </a:lnSpc>
            </a:pPr>
            <a:r>
              <a:rPr lang="de-DE" sz="1350" dirty="0">
                <a:solidFill>
                  <a:schemeClr val="dk1"/>
                </a:solidFill>
              </a:rPr>
              <a:t>Heap-Verwaltung</a:t>
            </a:r>
            <a:endParaRPr lang="de-DE" sz="1350" dirty="0">
              <a:solidFill>
                <a:srgbClr val="000000"/>
              </a:solidFill>
            </a:endParaRPr>
          </a:p>
        </p:txBody>
      </p:sp>
      <p:sp>
        <p:nvSpPr>
          <p:cNvPr id="15" name="Abgerundetes Rechteck 4">
            <a:extLst>
              <a:ext uri="{FF2B5EF4-FFF2-40B4-BE49-F238E27FC236}">
                <a16:creationId xmlns:a16="http://schemas.microsoft.com/office/drawing/2014/main" id="{D0AC7D7A-BC3C-6CEE-245D-54532229F052}"/>
              </a:ext>
            </a:extLst>
          </p:cNvPr>
          <p:cNvSpPr/>
          <p:nvPr/>
        </p:nvSpPr>
        <p:spPr>
          <a:xfrm>
            <a:off x="3883334" y="1812685"/>
            <a:ext cx="1481792" cy="545177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4DB9D"/>
              </a:gs>
              <a:gs pos="50000">
                <a:srgbClr val="B9D090"/>
              </a:gs>
              <a:gs pos="100000">
                <a:srgbClr val="B1CE7B"/>
              </a:gs>
            </a:gsLst>
            <a:lin ang="5400000"/>
          </a:gradFill>
          <a:ln>
            <a:solidFill>
              <a:srgbClr val="8CB11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686160">
              <a:lnSpc>
                <a:spcPct val="100000"/>
              </a:lnSpc>
            </a:pPr>
            <a:r>
              <a:rPr lang="de-DE" sz="1350" dirty="0">
                <a:solidFill>
                  <a:schemeClr val="dk1"/>
                </a:solidFill>
              </a:rPr>
              <a:t>User-API</a:t>
            </a:r>
            <a:endParaRPr lang="de-DE" sz="1350" dirty="0">
              <a:solidFill>
                <a:srgbClr val="000000"/>
              </a:solidFill>
            </a:endParaRPr>
          </a:p>
        </p:txBody>
      </p:sp>
      <p:sp>
        <p:nvSpPr>
          <p:cNvPr id="16" name="Abgerundetes Rechteck 4">
            <a:extLst>
              <a:ext uri="{FF2B5EF4-FFF2-40B4-BE49-F238E27FC236}">
                <a16:creationId xmlns:a16="http://schemas.microsoft.com/office/drawing/2014/main" id="{CCB131EA-84B3-4B0D-A9CC-22B66D888331}"/>
              </a:ext>
            </a:extLst>
          </p:cNvPr>
          <p:cNvSpPr/>
          <p:nvPr/>
        </p:nvSpPr>
        <p:spPr>
          <a:xfrm>
            <a:off x="6373191" y="1812685"/>
            <a:ext cx="1481792" cy="545177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4DB9D"/>
              </a:gs>
              <a:gs pos="50000">
                <a:srgbClr val="B9D090"/>
              </a:gs>
              <a:gs pos="100000">
                <a:srgbClr val="B1CE7B"/>
              </a:gs>
            </a:gsLst>
            <a:lin ang="5400000"/>
          </a:gradFill>
          <a:ln>
            <a:solidFill>
              <a:srgbClr val="8CB11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686160">
              <a:lnSpc>
                <a:spcPct val="100000"/>
              </a:lnSpc>
            </a:pPr>
            <a:r>
              <a:rPr lang="de-DE" sz="1350" dirty="0">
                <a:solidFill>
                  <a:schemeClr val="dk1"/>
                </a:solidFill>
              </a:rPr>
              <a:t>Bibliothek</a:t>
            </a:r>
            <a:endParaRPr lang="de-DE" sz="1350" dirty="0">
              <a:solidFill>
                <a:srgbClr val="000000"/>
              </a:solidFill>
            </a:endParaRPr>
          </a:p>
        </p:txBody>
      </p:sp>
      <p:sp>
        <p:nvSpPr>
          <p:cNvPr id="10" name="Abgerundetes Rechteck 7">
            <a:extLst>
              <a:ext uri="{FF2B5EF4-FFF2-40B4-BE49-F238E27FC236}">
                <a16:creationId xmlns:a16="http://schemas.microsoft.com/office/drawing/2014/main" id="{E62A5A38-1675-AD2D-EFEF-3CFB5C242850}"/>
              </a:ext>
            </a:extLst>
          </p:cNvPr>
          <p:cNvSpPr/>
          <p:nvPr/>
        </p:nvSpPr>
        <p:spPr>
          <a:xfrm>
            <a:off x="2965119" y="3547171"/>
            <a:ext cx="1481792" cy="549152"/>
          </a:xfrm>
          <a:prstGeom prst="roundRect">
            <a:avLst>
              <a:gd name="adj" fmla="val 16667"/>
            </a:avLst>
          </a:prstGeom>
          <a:solidFill>
            <a:srgbClr val="FAD5C3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686160">
              <a:lnSpc>
                <a:spcPct val="100000"/>
              </a:lnSpc>
            </a:pPr>
            <a:r>
              <a:rPr lang="de-DE" sz="135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Dateisystem</a:t>
            </a:r>
            <a:endParaRPr lang="de-DE" sz="13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30553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4AE81-93B3-0029-66D3-A90728FC7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PlaceHolder 1">
            <a:extLst>
              <a:ext uri="{FF2B5EF4-FFF2-40B4-BE49-F238E27FC236}">
                <a16:creationId xmlns:a16="http://schemas.microsoft.com/office/drawing/2014/main" id="{CC4A5966-62FE-1809-0121-88E13959E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 dirty="0" err="1">
                <a:solidFill>
                  <a:schemeClr val="dk2"/>
                </a:solidFill>
                <a:effectLst/>
                <a:uFillTx/>
                <a:latin typeface="Arial"/>
              </a:rPr>
              <a:t>Credits</a:t>
            </a:r>
            <a:endParaRPr lang="de-DE" sz="2700" b="0" u="none" strike="noStrike" dirty="0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87" name="PlaceHolder 2">
            <a:extLst>
              <a:ext uri="{FF2B5EF4-FFF2-40B4-BE49-F238E27FC236}">
                <a16:creationId xmlns:a16="http://schemas.microsoft.com/office/drawing/2014/main" id="{6E378E2D-19DD-F900-C708-9D8E38BDD86F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dirty="0">
                <a:solidFill>
                  <a:schemeClr val="tx1"/>
                </a:solidFill>
              </a:rPr>
              <a:t>Dr. Fabian Ruhland hat den Kurs im </a:t>
            </a:r>
            <a:r>
              <a:rPr lang="de-DE" sz="1600" dirty="0" err="1">
                <a:solidFill>
                  <a:schemeClr val="tx1"/>
                </a:solidFill>
              </a:rPr>
              <a:t>WiSe</a:t>
            </a:r>
            <a:r>
              <a:rPr lang="de-DE" sz="1600" dirty="0">
                <a:solidFill>
                  <a:schemeClr val="tx1"/>
                </a:solidFill>
              </a:rPr>
              <a:t> 25/26 </a:t>
            </a:r>
            <a:r>
              <a:rPr lang="de-DE" sz="1600">
                <a:solidFill>
                  <a:schemeClr val="tx1"/>
                </a:solidFill>
              </a:rPr>
              <a:t>überarbeitet </a:t>
            </a: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>
                <a:solidFill>
                  <a:schemeClr val="tx1"/>
                </a:solidFill>
              </a:rPr>
              <a:t>Und </a:t>
            </a:r>
            <a:r>
              <a:rPr lang="de-DE" sz="1600" dirty="0">
                <a:solidFill>
                  <a:schemeClr val="tx1"/>
                </a:solidFill>
              </a:rPr>
              <a:t>insbesondere alle Materialien bei </a:t>
            </a:r>
            <a:r>
              <a:rPr lang="de-DE" sz="1600" dirty="0" err="1">
                <a:solidFill>
                  <a:schemeClr val="tx1"/>
                </a:solidFill>
              </a:rPr>
              <a:t>github</a:t>
            </a:r>
            <a:r>
              <a:rPr lang="de-DE" sz="1600" dirty="0">
                <a:solidFill>
                  <a:schemeClr val="tx1"/>
                </a:solidFill>
              </a:rPr>
              <a:t> strukturiert bereitgestellt</a:t>
            </a:r>
            <a:endParaRPr lang="de-DE" sz="1600" strike="noStrike" dirty="0">
              <a:solidFill>
                <a:schemeClr val="tx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FDDAB2A0-0D4A-E00B-9B9A-E01054ADF547}"/>
              </a:ext>
            </a:extLst>
          </p:cNvPr>
          <p:cNvSpPr>
            <a:spLocks noGrp="1"/>
          </p:cNvSpPr>
          <p:nvPr>
            <p:ph type="ftr" idx="51"/>
          </p:nvPr>
        </p:nvSpPr>
        <p:spPr/>
        <p:txBody>
          <a:bodyPr/>
          <a:lstStyle/>
          <a:p>
            <a:r>
              <a:rPr lang="en-GB" dirty="0"/>
              <a:t>1.4 </a:t>
            </a:r>
            <a:r>
              <a:rPr lang="en-GB" dirty="0" err="1"/>
              <a:t>Architektur</a:t>
            </a:r>
            <a:endParaRPr lang="en-GB" dirty="0"/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64559CFC-CC76-FBCB-002E-4310AE88BDD1}"/>
              </a:ext>
            </a:extLst>
          </p:cNvPr>
          <p:cNvSpPr>
            <a:spLocks noGrp="1"/>
          </p:cNvSpPr>
          <p:nvPr>
            <p:ph type="sldNum" idx="52"/>
          </p:nvPr>
        </p:nvSpPr>
        <p:spPr/>
        <p:txBody>
          <a:bodyPr/>
          <a:lstStyle/>
          <a:p>
            <a:fld id="{86E72175-AD6D-461F-A7DF-DD81F3C019C8}" type="slidenum">
              <a:rPr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83872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 dirty="0">
                <a:solidFill>
                  <a:schemeClr val="dk2"/>
                </a:solidFill>
                <a:effectLst/>
                <a:uFillTx/>
                <a:latin typeface="Arial"/>
              </a:rPr>
              <a:t>1.5 Literatur</a:t>
            </a:r>
          </a:p>
        </p:txBody>
      </p:sp>
      <p:sp>
        <p:nvSpPr>
          <p:cNvPr id="1387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sng" strike="noStrike" dirty="0">
                <a:solidFill>
                  <a:schemeClr val="tx2"/>
                </a:solidFill>
                <a:effectLst/>
                <a:uFillTx/>
                <a:latin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https://OSDev.org</a:t>
            </a:r>
            <a:endParaRPr lang="de-DE" sz="1600" b="0" u="none" strike="noStrike" dirty="0">
              <a:solidFill>
                <a:schemeClr val="tx2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Intel® 64 and IA-32 Architectures Software Developer’s Manual Volume 3 </a:t>
            </a:r>
            <a:br>
              <a:rPr sz="1600" dirty="0"/>
            </a:br>
            <a:r>
              <a:rPr lang="en-GB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(3A, 3B, 3C, &amp; 3D): System Programming Guide</a:t>
            </a:r>
            <a:br>
              <a:rPr sz="1600" dirty="0"/>
            </a:br>
            <a:r>
              <a:rPr lang="de-DE" sz="1600" b="0" u="sng" strike="noStrike" dirty="0">
                <a:solidFill>
                  <a:schemeClr val="tx2"/>
                </a:solidFill>
                <a:effectLst/>
                <a:uFillTx/>
                <a:latin typeface="Arial"/>
              </a:rPr>
              <a:t>https://</a:t>
            </a:r>
            <a:r>
              <a:rPr lang="de-DE" sz="1600" b="0" u="sng" strike="noStrike" dirty="0" err="1">
                <a:solidFill>
                  <a:schemeClr val="tx2"/>
                </a:solidFill>
                <a:effectLst/>
                <a:uFillTx/>
                <a:latin typeface="Arial"/>
              </a:rPr>
              <a:t>www.intel.com</a:t>
            </a:r>
            <a:r>
              <a:rPr lang="de-DE" sz="1600" b="0" u="sng" strike="noStrike" dirty="0">
                <a:solidFill>
                  <a:schemeClr val="tx2"/>
                </a:solidFill>
                <a:effectLst/>
                <a:uFillTx/>
                <a:latin typeface="Arial"/>
              </a:rPr>
              <a:t>/</a:t>
            </a:r>
            <a:r>
              <a:rPr lang="de-DE" sz="1600" b="0" u="sng" strike="noStrike" dirty="0" err="1">
                <a:solidFill>
                  <a:schemeClr val="tx2"/>
                </a:solidFill>
                <a:effectLst/>
                <a:uFillTx/>
                <a:latin typeface="Arial"/>
              </a:rPr>
              <a:t>content</a:t>
            </a:r>
            <a:r>
              <a:rPr lang="de-DE" sz="1600" b="0" u="sng" strike="noStrike" dirty="0">
                <a:solidFill>
                  <a:schemeClr val="tx2"/>
                </a:solidFill>
                <a:effectLst/>
                <a:uFillTx/>
                <a:latin typeface="Arial"/>
              </a:rPr>
              <a:t>/</a:t>
            </a:r>
            <a:r>
              <a:rPr lang="de-DE" sz="1600" b="0" u="sng" strike="noStrike" dirty="0" err="1">
                <a:solidFill>
                  <a:schemeClr val="tx2"/>
                </a:solidFill>
                <a:effectLst/>
                <a:uFillTx/>
                <a:latin typeface="Arial"/>
              </a:rPr>
              <a:t>www</a:t>
            </a:r>
            <a:r>
              <a:rPr lang="de-DE" sz="1600" b="0" u="sng" strike="noStrike" dirty="0">
                <a:solidFill>
                  <a:schemeClr val="tx2"/>
                </a:solidFill>
                <a:effectLst/>
                <a:uFillTx/>
                <a:latin typeface="Arial"/>
              </a:rPr>
              <a:t>/</a:t>
            </a:r>
            <a:r>
              <a:rPr lang="de-DE" sz="1600" b="0" u="sng" strike="noStrike" dirty="0" err="1">
                <a:solidFill>
                  <a:schemeClr val="tx2"/>
                </a:solidFill>
                <a:effectLst/>
                <a:uFillTx/>
                <a:latin typeface="Arial"/>
              </a:rPr>
              <a:t>us</a:t>
            </a:r>
            <a:r>
              <a:rPr lang="de-DE" sz="1600" b="0" u="sng" strike="noStrike" dirty="0">
                <a:solidFill>
                  <a:schemeClr val="tx2"/>
                </a:solidFill>
                <a:effectLst/>
                <a:uFillTx/>
                <a:latin typeface="Arial"/>
              </a:rPr>
              <a:t>/en/</a:t>
            </a:r>
            <a:r>
              <a:rPr lang="de-DE" sz="1600" b="0" u="sng" strike="noStrike" dirty="0" err="1">
                <a:solidFill>
                  <a:schemeClr val="tx2"/>
                </a:solidFill>
                <a:effectLst/>
                <a:uFillTx/>
                <a:latin typeface="Arial"/>
              </a:rPr>
              <a:t>developer</a:t>
            </a:r>
            <a:r>
              <a:rPr lang="de-DE" sz="1600" b="0" u="sng" strike="noStrike" dirty="0">
                <a:solidFill>
                  <a:schemeClr val="tx2"/>
                </a:solidFill>
                <a:effectLst/>
                <a:uFillTx/>
                <a:latin typeface="Arial"/>
              </a:rPr>
              <a:t>/</a:t>
            </a:r>
            <a:r>
              <a:rPr lang="de-DE" sz="1600" b="0" u="sng" strike="noStrike" dirty="0" err="1">
                <a:solidFill>
                  <a:schemeClr val="tx2"/>
                </a:solidFill>
                <a:effectLst/>
                <a:uFillTx/>
                <a:latin typeface="Arial"/>
              </a:rPr>
              <a:t>articles</a:t>
            </a:r>
            <a:r>
              <a:rPr lang="de-DE" sz="1600" b="0" u="sng" strike="noStrike" dirty="0">
                <a:solidFill>
                  <a:schemeClr val="tx2"/>
                </a:solidFill>
                <a:effectLst/>
                <a:uFillTx/>
                <a:latin typeface="Arial"/>
              </a:rPr>
              <a:t>/</a:t>
            </a:r>
            <a:r>
              <a:rPr lang="de-DE" sz="1600" b="0" u="sng" strike="noStrike" dirty="0" err="1">
                <a:solidFill>
                  <a:schemeClr val="tx2"/>
                </a:solidFill>
                <a:effectLst/>
                <a:uFillTx/>
                <a:latin typeface="Arial"/>
              </a:rPr>
              <a:t>technical</a:t>
            </a:r>
            <a:r>
              <a:rPr lang="de-DE" sz="1600" b="0" u="sng" strike="noStrike" dirty="0">
                <a:solidFill>
                  <a:schemeClr val="tx2"/>
                </a:solidFill>
                <a:effectLst/>
                <a:uFillTx/>
                <a:latin typeface="Arial"/>
              </a:rPr>
              <a:t>/</a:t>
            </a:r>
            <a:r>
              <a:rPr lang="de-DE" sz="1600" b="0" u="sng" strike="noStrike" dirty="0" err="1">
                <a:solidFill>
                  <a:schemeClr val="tx2"/>
                </a:solidFill>
                <a:effectLst/>
                <a:uFillTx/>
                <a:latin typeface="Arial"/>
              </a:rPr>
              <a:t>intel-sdm.html</a:t>
            </a:r>
            <a:endParaRPr lang="de-DE" sz="1600" b="0" u="none" strike="noStrike" dirty="0">
              <a:solidFill>
                <a:schemeClr val="tx2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lstStyle/>
          <a:p>
            <a:r>
              <a:rPr dirty="0"/>
              <a:t>1.</a:t>
            </a:r>
            <a:r>
              <a:rPr lang="de-DE" dirty="0"/>
              <a:t>5</a:t>
            </a:r>
            <a:r>
              <a:rPr dirty="0"/>
              <a:t> Literatur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lstStyle/>
          <a:p>
            <a:fld id="{86E72175-AD6D-461F-A7DF-DD81F3C019C8}" type="slidenum">
              <a:rPr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 dirty="0">
                <a:solidFill>
                  <a:schemeClr val="dk2"/>
                </a:solidFill>
                <a:effectLst/>
                <a:uFillTx/>
                <a:latin typeface="Arial"/>
              </a:rPr>
              <a:t>1.6 Einordnung der Veranstaltung</a:t>
            </a:r>
          </a:p>
        </p:txBody>
      </p:sp>
      <p:pic>
        <p:nvPicPr>
          <p:cNvPr id="1392" name="Picture 1391"/>
          <p:cNvPicPr/>
          <p:nvPr/>
        </p:nvPicPr>
        <p:blipFill>
          <a:blip r:embed="rId3"/>
          <a:stretch/>
        </p:blipFill>
        <p:spPr>
          <a:xfrm>
            <a:off x="540360" y="1440000"/>
            <a:ext cx="7899480" cy="2792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51"/>
          </p:nvPr>
        </p:nvSpPr>
        <p:spPr/>
        <p:txBody>
          <a:bodyPr/>
          <a:lstStyle/>
          <a:p>
            <a:r>
              <a:t>1.</a:t>
            </a:r>
            <a:r>
              <a:rPr lang="de-DE"/>
              <a:t>6</a:t>
            </a:r>
            <a:r>
              <a:t> Einordnung der Veranstaltung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2"/>
          </p:nvPr>
        </p:nvSpPr>
        <p:spPr/>
        <p:txBody>
          <a:bodyPr/>
          <a:lstStyle/>
          <a:p>
            <a:fld id="{F7BF287D-25F4-4066-B129-9CA82253907A}" type="slidenum">
              <a:rPr/>
              <a:t>16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HH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HH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HHU_PPT_Vorlage</Template>
  <TotalTime>22727</TotalTime>
  <Words>623</Words>
  <Application>Microsoft Macintosh PowerPoint</Application>
  <PresentationFormat>Custom</PresentationFormat>
  <Paragraphs>152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Symbol</vt:lpstr>
      <vt:lpstr>Times New Roman</vt:lpstr>
      <vt:lpstr>Wingdings</vt:lpstr>
      <vt:lpstr>Wingdings 2</vt:lpstr>
      <vt:lpstr>HHU_PPT_Vorlage</vt:lpstr>
      <vt:lpstr>HHU_PPT_Vorlage</vt:lpstr>
      <vt:lpstr>Isolation und Schutz in Betriebssystemen  1. Einführung</vt:lpstr>
      <vt:lpstr>Vorschau</vt:lpstr>
      <vt:lpstr>1.1 Organisation</vt:lpstr>
      <vt:lpstr>1.1 Organisation</vt:lpstr>
      <vt:lpstr>Why Rust for OS development?</vt:lpstr>
      <vt:lpstr>Inhalte der Vorlesung</vt:lpstr>
      <vt:lpstr>Übungen / Lessons</vt:lpstr>
      <vt:lpstr>Übungen unterteilt in 6+1 Lessons</vt:lpstr>
      <vt:lpstr>Prüfungsmodalitäten</vt:lpstr>
      <vt:lpstr>1.2 Lernziele</vt:lpstr>
      <vt:lpstr>1.3 KI-Nutzung</vt:lpstr>
      <vt:lpstr>HeineOS - Ausgangssystem</vt:lpstr>
      <vt:lpstr>HeineOS - Zielsystem</vt:lpstr>
      <vt:lpstr>Credits</vt:lpstr>
      <vt:lpstr>1.5 Literatur</vt:lpstr>
      <vt:lpstr>1.6 Einordnung der Veranstaltung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Lorem ipsum  dolor sit amet</dc:title>
  <dc:subject/>
  <dc:creator>Microsoft Office User</dc:creator>
  <dc:description/>
  <cp:lastModifiedBy>Michael Schoettner</cp:lastModifiedBy>
  <cp:revision>998</cp:revision>
  <cp:lastPrinted>2026-07-06T12:40:16Z</cp:lastPrinted>
  <dcterms:created xsi:type="dcterms:W3CDTF">2020-08-15T15:36:48Z</dcterms:created>
  <dcterms:modified xsi:type="dcterms:W3CDTF">2026-10-16T17:26:03Z</dcterms:modified>
  <dc:language>de-DE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21</vt:i4>
  </property>
  <property fmtid="{D5CDD505-2E9C-101B-9397-08002B2CF9AE}" pid="3" name="PresentationFormat">
    <vt:lpwstr>Custom</vt:lpwstr>
  </property>
  <property fmtid="{D5CDD505-2E9C-101B-9397-08002B2CF9AE}" pid="4" name="Slides">
    <vt:i4>21</vt:i4>
  </property>
</Properties>
</file>